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4" r:id="rId5"/>
    <p:sldId id="265" r:id="rId6"/>
    <p:sldId id="266" r:id="rId7"/>
    <p:sldId id="267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a Ani" userId="d58063bf12202039" providerId="LiveId" clId="{C1464589-5DE8-4518-BDF9-2C35EBB746BC}"/>
    <pc:docChg chg="redo custSel modSld">
      <pc:chgData name="Muna Ani" userId="d58063bf12202039" providerId="LiveId" clId="{C1464589-5DE8-4518-BDF9-2C35EBB746BC}" dt="2026-03-04T22:22:49.460" v="19" actId="20577"/>
      <pc:docMkLst>
        <pc:docMk/>
      </pc:docMkLst>
      <pc:sldChg chg="modSp mod">
        <pc:chgData name="Muna Ani" userId="d58063bf12202039" providerId="LiveId" clId="{C1464589-5DE8-4518-BDF9-2C35EBB746BC}" dt="2026-03-04T22:22:47.943" v="1" actId="20577"/>
        <pc:sldMkLst>
          <pc:docMk/>
          <pc:sldMk cId="4272664433" sldId="257"/>
        </pc:sldMkLst>
        <pc:spChg chg="mod">
          <ac:chgData name="Muna Ani" userId="d58063bf12202039" providerId="LiveId" clId="{C1464589-5DE8-4518-BDF9-2C35EBB746BC}" dt="2026-03-04T22:22:47.943" v="1" actId="20577"/>
          <ac:spMkLst>
            <pc:docMk/>
            <pc:sldMk cId="4272664433" sldId="257"/>
            <ac:spMk id="2" creationId="{5A7C5093-C945-D237-F7A4-9F698FF8779C}"/>
          </ac:spMkLst>
        </pc:spChg>
      </pc:sldChg>
      <pc:sldChg chg="modSp mod">
        <pc:chgData name="Muna Ani" userId="d58063bf12202039" providerId="LiveId" clId="{C1464589-5DE8-4518-BDF9-2C35EBB746BC}" dt="2026-03-04T22:22:48.802" v="5" actId="20577"/>
        <pc:sldMkLst>
          <pc:docMk/>
          <pc:sldMk cId="1148474101" sldId="264"/>
        </pc:sldMkLst>
        <pc:spChg chg="mod">
          <ac:chgData name="Muna Ani" userId="d58063bf12202039" providerId="LiveId" clId="{C1464589-5DE8-4518-BDF9-2C35EBB746BC}" dt="2026-03-04T22:22:48.802" v="5" actId="20577"/>
          <ac:spMkLst>
            <pc:docMk/>
            <pc:sldMk cId="1148474101" sldId="264"/>
            <ac:spMk id="2" creationId="{091418F5-BC08-67E3-C06F-A14F2FF5ACCB}"/>
          </ac:spMkLst>
        </pc:spChg>
      </pc:sldChg>
      <pc:sldChg chg="modSp mod">
        <pc:chgData name="Muna Ani" userId="d58063bf12202039" providerId="LiveId" clId="{C1464589-5DE8-4518-BDF9-2C35EBB746BC}" dt="2026-03-04T22:22:49.265" v="15" actId="20577"/>
        <pc:sldMkLst>
          <pc:docMk/>
          <pc:sldMk cId="164929588" sldId="265"/>
        </pc:sldMkLst>
        <pc:spChg chg="mod">
          <ac:chgData name="Muna Ani" userId="d58063bf12202039" providerId="LiveId" clId="{C1464589-5DE8-4518-BDF9-2C35EBB746BC}" dt="2026-03-04T22:22:49.265" v="15" actId="20577"/>
          <ac:spMkLst>
            <pc:docMk/>
            <pc:sldMk cId="164929588" sldId="265"/>
            <ac:spMk id="2" creationId="{53F88234-A21A-892B-A96E-DA24420B106B}"/>
          </ac:spMkLst>
        </pc:spChg>
      </pc:sldChg>
      <pc:sldChg chg="modSp mod">
        <pc:chgData name="Muna Ani" userId="d58063bf12202039" providerId="LiveId" clId="{C1464589-5DE8-4518-BDF9-2C35EBB746BC}" dt="2026-03-04T22:22:49.110" v="11" actId="20577"/>
        <pc:sldMkLst>
          <pc:docMk/>
          <pc:sldMk cId="3274077367" sldId="266"/>
        </pc:sldMkLst>
        <pc:spChg chg="mod">
          <ac:chgData name="Muna Ani" userId="d58063bf12202039" providerId="LiveId" clId="{C1464589-5DE8-4518-BDF9-2C35EBB746BC}" dt="2026-03-04T22:22:49.110" v="11" actId="20577"/>
          <ac:spMkLst>
            <pc:docMk/>
            <pc:sldMk cId="3274077367" sldId="266"/>
            <ac:spMk id="2" creationId="{930A7011-D0E8-6EFB-525F-042665A082BE}"/>
          </ac:spMkLst>
        </pc:spChg>
      </pc:sldChg>
      <pc:sldChg chg="modSp mod">
        <pc:chgData name="Muna Ani" userId="d58063bf12202039" providerId="LiveId" clId="{C1464589-5DE8-4518-BDF9-2C35EBB746BC}" dt="2026-03-04T22:22:49.460" v="19" actId="20577"/>
        <pc:sldMkLst>
          <pc:docMk/>
          <pc:sldMk cId="3161819797" sldId="267"/>
        </pc:sldMkLst>
        <pc:spChg chg="mod">
          <ac:chgData name="Muna Ani" userId="d58063bf12202039" providerId="LiveId" clId="{C1464589-5DE8-4518-BDF9-2C35EBB746BC}" dt="2026-03-04T22:22:49.460" v="19" actId="20577"/>
          <ac:spMkLst>
            <pc:docMk/>
            <pc:sldMk cId="3161819797" sldId="267"/>
            <ac:spMk id="2" creationId="{47906A2A-9791-8C00-B103-57A441343FE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C5620D-152A-4AB9-9F1D-AACA858352D5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9CD50CA-ABF1-481D-B322-A3455A0F8DB0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3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docs/ARCHITECTURE.md (1–2 pages; simple diagram + explanation)</a:t>
          </a:r>
        </a:p>
      </dgm:t>
    </dgm:pt>
    <dgm:pt modelId="{3D784CF8-FD48-47DF-AFDD-7BB541FFEC4F}" type="parTrans" cxnId="{95BBC5A9-B08B-4651-94DB-0FAC4726E8BA}">
      <dgm:prSet/>
      <dgm:spPr/>
      <dgm:t>
        <a:bodyPr/>
        <a:lstStyle/>
        <a:p>
          <a:endParaRPr lang="en-US"/>
        </a:p>
      </dgm:t>
    </dgm:pt>
    <dgm:pt modelId="{A9B35914-7BDC-4E1A-AE1E-827EDE30E8C2}" type="sibTrans" cxnId="{95BBC5A9-B08B-4651-94DB-0FAC4726E8BA}">
      <dgm:prSet/>
      <dgm:spPr/>
      <dgm:t>
        <a:bodyPr/>
        <a:lstStyle/>
        <a:p>
          <a:endParaRPr lang="en-US"/>
        </a:p>
      </dgm:t>
    </dgm:pt>
    <dgm:pt modelId="{365D7F74-FFE5-482B-9D98-39CA7CA0513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3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docs/sprints/W01/plan.md</a:t>
          </a:r>
        </a:p>
      </dgm:t>
    </dgm:pt>
    <dgm:pt modelId="{D17DA32A-B04F-4970-8E9F-C0DF6828DE5B}" type="parTrans" cxnId="{43C3301C-6277-4228-9AF5-835ADEB7A39C}">
      <dgm:prSet/>
      <dgm:spPr/>
      <dgm:t>
        <a:bodyPr/>
        <a:lstStyle/>
        <a:p>
          <a:endParaRPr lang="en-US"/>
        </a:p>
      </dgm:t>
    </dgm:pt>
    <dgm:pt modelId="{21339A53-A261-43CF-94D6-54DE839026A4}" type="sibTrans" cxnId="{43C3301C-6277-4228-9AF5-835ADEB7A39C}">
      <dgm:prSet/>
      <dgm:spPr/>
      <dgm:t>
        <a:bodyPr/>
        <a:lstStyle/>
        <a:p>
          <a:endParaRPr lang="en-US"/>
        </a:p>
      </dgm:t>
    </dgm:pt>
    <dgm:pt modelId="{EBC24022-F74C-44D4-B421-78DBA0FDC45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300" b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3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examples/00_sdk_smoke.py</a:t>
          </a:r>
        </a:p>
      </dgm:t>
    </dgm:pt>
    <dgm:pt modelId="{2DC771CA-2899-4F94-89F6-EED97E2DB446}" type="parTrans" cxnId="{1EA71A30-8CEE-4080-870A-60B941815164}">
      <dgm:prSet/>
      <dgm:spPr/>
      <dgm:t>
        <a:bodyPr/>
        <a:lstStyle/>
        <a:p>
          <a:endParaRPr lang="en-US"/>
        </a:p>
      </dgm:t>
    </dgm:pt>
    <dgm:pt modelId="{649E8D30-3117-4174-9932-2B174D813E15}" type="sibTrans" cxnId="{1EA71A30-8CEE-4080-870A-60B941815164}">
      <dgm:prSet/>
      <dgm:spPr/>
      <dgm:t>
        <a:bodyPr/>
        <a:lstStyle/>
        <a:p>
          <a:endParaRPr lang="en-US"/>
        </a:p>
      </dgm:t>
    </dgm:pt>
    <dgm:pt modelId="{EDCA3F4A-F7A1-4D91-BF3B-FA626C83CB10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3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sdk/tests/test_import.py </a:t>
          </a:r>
        </a:p>
      </dgm:t>
    </dgm:pt>
    <dgm:pt modelId="{E9693187-5B17-43E3-BA6E-69E9E9BEF533}" type="parTrans" cxnId="{7191409F-7EDE-45BD-A6B4-8BA1BDABB0E3}">
      <dgm:prSet/>
      <dgm:spPr/>
      <dgm:t>
        <a:bodyPr/>
        <a:lstStyle/>
        <a:p>
          <a:endParaRPr lang="en-US"/>
        </a:p>
      </dgm:t>
    </dgm:pt>
    <dgm:pt modelId="{7961C441-2E7D-4507-84CE-4BCD89F89971}" type="sibTrans" cxnId="{7191409F-7EDE-45BD-A6B4-8BA1BDABB0E3}">
      <dgm:prSet/>
      <dgm:spPr/>
      <dgm:t>
        <a:bodyPr/>
        <a:lstStyle/>
        <a:p>
          <a:endParaRPr lang="en-US"/>
        </a:p>
      </dgm:t>
    </dgm:pt>
    <dgm:pt modelId="{F4127BAC-F723-4BA7-9F31-71AEC6B631B0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2300">
              <a:solidFill>
                <a:srgbClr val="FFFFFF"/>
              </a:solidFill>
              <a:latin typeface="Calibri"/>
              <a:ea typeface="Calibri"/>
              <a:cs typeface="Calibri"/>
            </a:rPr>
            <a:t>docs/PROTOCOL.md (updated to match implemented messages)</a:t>
          </a:r>
          <a:endParaRPr lang="en-US" sz="2300">
            <a:solidFill>
              <a:srgbClr val="FFFFFF"/>
            </a:solidFill>
            <a:latin typeface="Aptos"/>
            <a:ea typeface="+mn-ea"/>
            <a:cs typeface="+mn-cs"/>
          </a:endParaRPr>
        </a:p>
      </dgm:t>
    </dgm:pt>
    <dgm:pt modelId="{2755F71C-25C3-42FA-864F-0C3C8AFBE3C4}" type="parTrans" cxnId="{18AB071C-64FA-45F1-B389-C0C680F20A45}">
      <dgm:prSet/>
      <dgm:spPr/>
      <dgm:t>
        <a:bodyPr/>
        <a:lstStyle/>
        <a:p>
          <a:endParaRPr lang="en-US"/>
        </a:p>
      </dgm:t>
    </dgm:pt>
    <dgm:pt modelId="{558E3C29-084D-4F27-83BF-79C3E09C0562}" type="sibTrans" cxnId="{18AB071C-64FA-45F1-B389-C0C680F20A45}">
      <dgm:prSet/>
      <dgm:spPr/>
      <dgm:t>
        <a:bodyPr/>
        <a:lstStyle/>
        <a:p>
          <a:endParaRPr lang="en-US"/>
        </a:p>
      </dgm:t>
    </dgm:pt>
    <dgm:pt modelId="{67DBE63C-8A1B-48D5-8856-8FB279741AD4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>
              <a:solidFill>
                <a:srgbClr val="FFFFFF"/>
              </a:solidFill>
              <a:latin typeface="Calibri"/>
              <a:ea typeface="Calibri"/>
              <a:cs typeface="Calibri"/>
            </a:rPr>
            <a:t>Docs/sprints/W02/plan.md</a:t>
          </a:r>
        </a:p>
      </dgm:t>
    </dgm:pt>
    <dgm:pt modelId="{BA37D9E4-0DBE-4BC2-A1A4-6D791B19AE09}" type="parTrans" cxnId="{15D766B9-6C99-4BDA-BCA3-959E3E99AED2}">
      <dgm:prSet/>
      <dgm:spPr/>
      <dgm:t>
        <a:bodyPr/>
        <a:lstStyle/>
        <a:p>
          <a:endParaRPr lang="en-US"/>
        </a:p>
      </dgm:t>
    </dgm:pt>
    <dgm:pt modelId="{DBF9B8DA-D5A1-4656-861D-FE8C4CE654DE}" type="sibTrans" cxnId="{15D766B9-6C99-4BDA-BCA3-959E3E99AED2}">
      <dgm:prSet/>
      <dgm:spPr/>
      <dgm:t>
        <a:bodyPr/>
        <a:lstStyle/>
        <a:p>
          <a:endParaRPr lang="en-US"/>
        </a:p>
      </dgm:t>
    </dgm:pt>
    <dgm:pt modelId="{324AB503-E648-4895-9720-93A3A405CE26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>
              <a:solidFill>
                <a:srgbClr val="FFFFFF"/>
              </a:solidFill>
              <a:latin typeface="Calibri"/>
              <a:ea typeface="Calibri"/>
              <a:cs typeface="Calibri"/>
            </a:rPr>
            <a:t>docs/presentations/W02.pdf (or W02.pptx)</a:t>
          </a:r>
        </a:p>
      </dgm:t>
    </dgm:pt>
    <dgm:pt modelId="{501692F3-CBD3-41B4-B57F-E3EE8AD7A562}" type="parTrans" cxnId="{14A65C43-27B4-4605-813F-C8A5AB30F638}">
      <dgm:prSet/>
      <dgm:spPr/>
      <dgm:t>
        <a:bodyPr/>
        <a:lstStyle/>
        <a:p>
          <a:endParaRPr lang="en-US"/>
        </a:p>
      </dgm:t>
    </dgm:pt>
    <dgm:pt modelId="{EA094387-D42A-4167-B317-3CFE4270E1FA}" type="sibTrans" cxnId="{14A65C43-27B4-4605-813F-C8A5AB30F638}">
      <dgm:prSet/>
      <dgm:spPr/>
      <dgm:t>
        <a:bodyPr/>
        <a:lstStyle/>
        <a:p>
          <a:endParaRPr lang="en-US"/>
        </a:p>
      </dgm:t>
    </dgm:pt>
    <dgm:pt modelId="{072A07C3-6AAB-445D-80A7-249A004FADB9}" type="pres">
      <dgm:prSet presAssocID="{08C5620D-152A-4AB9-9F1D-AACA858352D5}" presName="linear" presStyleCnt="0">
        <dgm:presLayoutVars>
          <dgm:animLvl val="lvl"/>
          <dgm:resizeHandles val="exact"/>
        </dgm:presLayoutVars>
      </dgm:prSet>
      <dgm:spPr/>
    </dgm:pt>
    <dgm:pt modelId="{8E8C7FFC-61BC-4EC8-B585-066A62D1097E}" type="pres">
      <dgm:prSet presAssocID="{C9CD50CA-ABF1-481D-B322-A3455A0F8DB0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DE6404F-40CC-4E3E-89C0-51CA3752A2B9}" type="pres">
      <dgm:prSet presAssocID="{A9B35914-7BDC-4E1A-AE1E-827EDE30E8C2}" presName="spacer" presStyleCnt="0"/>
      <dgm:spPr/>
    </dgm:pt>
    <dgm:pt modelId="{8694ED8D-E215-4D76-857D-83338FC1B4B1}" type="pres">
      <dgm:prSet presAssocID="{365D7F74-FFE5-482B-9D98-39CA7CA0513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A64E464-7D77-455D-ACFC-01A130F78390}" type="pres">
      <dgm:prSet presAssocID="{21339A53-A261-43CF-94D6-54DE839026A4}" presName="spacer" presStyleCnt="0"/>
      <dgm:spPr/>
    </dgm:pt>
    <dgm:pt modelId="{6D8FE49D-26DA-4425-8C7E-DCE94839AD71}" type="pres">
      <dgm:prSet presAssocID="{EBC24022-F74C-44D4-B421-78DBA0FDC45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AB7D1FF-0E3B-4C3F-BD9E-BCB7095F48F1}" type="pres">
      <dgm:prSet presAssocID="{649E8D30-3117-4174-9932-2B174D813E15}" presName="spacer" presStyleCnt="0"/>
      <dgm:spPr/>
    </dgm:pt>
    <dgm:pt modelId="{09E87734-5520-49F9-A61A-7BFE46AABF34}" type="pres">
      <dgm:prSet presAssocID="{EDCA3F4A-F7A1-4D91-BF3B-FA626C83CB1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E705CF8-4BBE-4F21-8F4A-F7B329CA02E3}" type="pres">
      <dgm:prSet presAssocID="{7961C441-2E7D-4507-84CE-4BCD89F89971}" presName="spacer" presStyleCnt="0"/>
      <dgm:spPr/>
    </dgm:pt>
    <dgm:pt modelId="{8668C22C-39F1-4F13-A3C8-96243DD7C753}" type="pres">
      <dgm:prSet presAssocID="{F4127BAC-F723-4BA7-9F31-71AEC6B631B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F367B6F-ABE3-43B9-9E29-94C979B603F8}" type="pres">
      <dgm:prSet presAssocID="{558E3C29-084D-4F27-83BF-79C3E09C0562}" presName="spacer" presStyleCnt="0"/>
      <dgm:spPr/>
    </dgm:pt>
    <dgm:pt modelId="{A3559C65-4E5D-4CA8-85BC-C432C3837387}" type="pres">
      <dgm:prSet presAssocID="{67DBE63C-8A1B-48D5-8856-8FB279741AD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CFA046C-DF58-4C04-AF2F-BEE95C972E3A}" type="pres">
      <dgm:prSet presAssocID="{DBF9B8DA-D5A1-4656-861D-FE8C4CE654DE}" presName="spacer" presStyleCnt="0"/>
      <dgm:spPr/>
    </dgm:pt>
    <dgm:pt modelId="{7F0D6C25-7930-47AB-8FBA-CE4FDF55D586}" type="pres">
      <dgm:prSet presAssocID="{324AB503-E648-4895-9720-93A3A405CE26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2274311-C138-44AB-B457-6F9EB8D5C2D4}" type="presOf" srcId="{EBC24022-F74C-44D4-B421-78DBA0FDC453}" destId="{6D8FE49D-26DA-4425-8C7E-DCE94839AD71}" srcOrd="0" destOrd="0" presId="urn:microsoft.com/office/officeart/2005/8/layout/vList2"/>
    <dgm:cxn modelId="{92A3561A-8B9C-437C-9AF1-F5B3A0699233}" type="presOf" srcId="{C9CD50CA-ABF1-481D-B322-A3455A0F8DB0}" destId="{8E8C7FFC-61BC-4EC8-B585-066A62D1097E}" srcOrd="0" destOrd="0" presId="urn:microsoft.com/office/officeart/2005/8/layout/vList2"/>
    <dgm:cxn modelId="{18AB071C-64FA-45F1-B389-C0C680F20A45}" srcId="{08C5620D-152A-4AB9-9F1D-AACA858352D5}" destId="{F4127BAC-F723-4BA7-9F31-71AEC6B631B0}" srcOrd="4" destOrd="0" parTransId="{2755F71C-25C3-42FA-864F-0C3C8AFBE3C4}" sibTransId="{558E3C29-084D-4F27-83BF-79C3E09C0562}"/>
    <dgm:cxn modelId="{43C3301C-6277-4228-9AF5-835ADEB7A39C}" srcId="{08C5620D-152A-4AB9-9F1D-AACA858352D5}" destId="{365D7F74-FFE5-482B-9D98-39CA7CA0513A}" srcOrd="1" destOrd="0" parTransId="{D17DA32A-B04F-4970-8E9F-C0DF6828DE5B}" sibTransId="{21339A53-A261-43CF-94D6-54DE839026A4}"/>
    <dgm:cxn modelId="{1EA71A30-8CEE-4080-870A-60B941815164}" srcId="{08C5620D-152A-4AB9-9F1D-AACA858352D5}" destId="{EBC24022-F74C-44D4-B421-78DBA0FDC453}" srcOrd="2" destOrd="0" parTransId="{2DC771CA-2899-4F94-89F6-EED97E2DB446}" sibTransId="{649E8D30-3117-4174-9932-2B174D813E15}"/>
    <dgm:cxn modelId="{14A65C43-27B4-4605-813F-C8A5AB30F638}" srcId="{08C5620D-152A-4AB9-9F1D-AACA858352D5}" destId="{324AB503-E648-4895-9720-93A3A405CE26}" srcOrd="6" destOrd="0" parTransId="{501692F3-CBD3-41B4-B57F-E3EE8AD7A562}" sibTransId="{EA094387-D42A-4167-B317-3CFE4270E1FA}"/>
    <dgm:cxn modelId="{A6974950-37A3-4F4C-BC52-2A18802092DD}" type="presOf" srcId="{324AB503-E648-4895-9720-93A3A405CE26}" destId="{7F0D6C25-7930-47AB-8FBA-CE4FDF55D586}" srcOrd="0" destOrd="0" presId="urn:microsoft.com/office/officeart/2005/8/layout/vList2"/>
    <dgm:cxn modelId="{A639098A-624F-4F4A-A760-59486A9A725E}" type="presOf" srcId="{365D7F74-FFE5-482B-9D98-39CA7CA0513A}" destId="{8694ED8D-E215-4D76-857D-83338FC1B4B1}" srcOrd="0" destOrd="0" presId="urn:microsoft.com/office/officeart/2005/8/layout/vList2"/>
    <dgm:cxn modelId="{7191409F-7EDE-45BD-A6B4-8BA1BDABB0E3}" srcId="{08C5620D-152A-4AB9-9F1D-AACA858352D5}" destId="{EDCA3F4A-F7A1-4D91-BF3B-FA626C83CB10}" srcOrd="3" destOrd="0" parTransId="{E9693187-5B17-43E3-BA6E-69E9E9BEF533}" sibTransId="{7961C441-2E7D-4507-84CE-4BCD89F89971}"/>
    <dgm:cxn modelId="{790EDAA6-11B9-4594-BB3F-44DC1503C83B}" type="presOf" srcId="{67DBE63C-8A1B-48D5-8856-8FB279741AD4}" destId="{A3559C65-4E5D-4CA8-85BC-C432C3837387}" srcOrd="0" destOrd="0" presId="urn:microsoft.com/office/officeart/2005/8/layout/vList2"/>
    <dgm:cxn modelId="{95BBC5A9-B08B-4651-94DB-0FAC4726E8BA}" srcId="{08C5620D-152A-4AB9-9F1D-AACA858352D5}" destId="{C9CD50CA-ABF1-481D-B322-A3455A0F8DB0}" srcOrd="0" destOrd="0" parTransId="{3D784CF8-FD48-47DF-AFDD-7BB541FFEC4F}" sibTransId="{A9B35914-7BDC-4E1A-AE1E-827EDE30E8C2}"/>
    <dgm:cxn modelId="{397ECAB7-B016-4663-B04D-F0803B2B1935}" type="presOf" srcId="{08C5620D-152A-4AB9-9F1D-AACA858352D5}" destId="{072A07C3-6AAB-445D-80A7-249A004FADB9}" srcOrd="0" destOrd="0" presId="urn:microsoft.com/office/officeart/2005/8/layout/vList2"/>
    <dgm:cxn modelId="{15D766B9-6C99-4BDA-BCA3-959E3E99AED2}" srcId="{08C5620D-152A-4AB9-9F1D-AACA858352D5}" destId="{67DBE63C-8A1B-48D5-8856-8FB279741AD4}" srcOrd="5" destOrd="0" parTransId="{BA37D9E4-0DBE-4BC2-A1A4-6D791B19AE09}" sibTransId="{DBF9B8DA-D5A1-4656-861D-FE8C4CE654DE}"/>
    <dgm:cxn modelId="{5FDCBEBE-0F92-47F6-9645-C56D7B959E67}" type="presOf" srcId="{F4127BAC-F723-4BA7-9F31-71AEC6B631B0}" destId="{8668C22C-39F1-4F13-A3C8-96243DD7C753}" srcOrd="0" destOrd="0" presId="urn:microsoft.com/office/officeart/2005/8/layout/vList2"/>
    <dgm:cxn modelId="{7D1DBCEA-D836-4A8E-9475-061860F61421}" type="presOf" srcId="{EDCA3F4A-F7A1-4D91-BF3B-FA626C83CB10}" destId="{09E87734-5520-49F9-A61A-7BFE46AABF34}" srcOrd="0" destOrd="0" presId="urn:microsoft.com/office/officeart/2005/8/layout/vList2"/>
    <dgm:cxn modelId="{752CB8FC-AE99-4FDB-A3CD-3AE3D18A3900}" type="presParOf" srcId="{072A07C3-6AAB-445D-80A7-249A004FADB9}" destId="{8E8C7FFC-61BC-4EC8-B585-066A62D1097E}" srcOrd="0" destOrd="0" presId="urn:microsoft.com/office/officeart/2005/8/layout/vList2"/>
    <dgm:cxn modelId="{568FCD3C-51D9-49D0-9688-8FD0A5171327}" type="presParOf" srcId="{072A07C3-6AAB-445D-80A7-249A004FADB9}" destId="{6DE6404F-40CC-4E3E-89C0-51CA3752A2B9}" srcOrd="1" destOrd="0" presId="urn:microsoft.com/office/officeart/2005/8/layout/vList2"/>
    <dgm:cxn modelId="{68659AF1-62BB-488A-8C0D-9958A8C76943}" type="presParOf" srcId="{072A07C3-6AAB-445D-80A7-249A004FADB9}" destId="{8694ED8D-E215-4D76-857D-83338FC1B4B1}" srcOrd="2" destOrd="0" presId="urn:microsoft.com/office/officeart/2005/8/layout/vList2"/>
    <dgm:cxn modelId="{3A81852A-F371-43F4-831D-275D1B78AFD1}" type="presParOf" srcId="{072A07C3-6AAB-445D-80A7-249A004FADB9}" destId="{EA64E464-7D77-455D-ACFC-01A130F78390}" srcOrd="3" destOrd="0" presId="urn:microsoft.com/office/officeart/2005/8/layout/vList2"/>
    <dgm:cxn modelId="{0DDC444E-995D-4085-99AA-06C2BBC5C1EE}" type="presParOf" srcId="{072A07C3-6AAB-445D-80A7-249A004FADB9}" destId="{6D8FE49D-26DA-4425-8C7E-DCE94839AD71}" srcOrd="4" destOrd="0" presId="urn:microsoft.com/office/officeart/2005/8/layout/vList2"/>
    <dgm:cxn modelId="{8C67D8E3-129C-4D72-94C9-70033AD1067C}" type="presParOf" srcId="{072A07C3-6AAB-445D-80A7-249A004FADB9}" destId="{6AB7D1FF-0E3B-4C3F-BD9E-BCB7095F48F1}" srcOrd="5" destOrd="0" presId="urn:microsoft.com/office/officeart/2005/8/layout/vList2"/>
    <dgm:cxn modelId="{FF574833-8003-466B-9A1B-C2633A7E40F5}" type="presParOf" srcId="{072A07C3-6AAB-445D-80A7-249A004FADB9}" destId="{09E87734-5520-49F9-A61A-7BFE46AABF34}" srcOrd="6" destOrd="0" presId="urn:microsoft.com/office/officeart/2005/8/layout/vList2"/>
    <dgm:cxn modelId="{5E9B9D1B-8F89-482D-BBF4-6005D6416C85}" type="presParOf" srcId="{072A07C3-6AAB-445D-80A7-249A004FADB9}" destId="{BE705CF8-4BBE-4F21-8F4A-F7B329CA02E3}" srcOrd="7" destOrd="0" presId="urn:microsoft.com/office/officeart/2005/8/layout/vList2"/>
    <dgm:cxn modelId="{DAB782EE-45E3-4719-86AA-1F45A9F159B3}" type="presParOf" srcId="{072A07C3-6AAB-445D-80A7-249A004FADB9}" destId="{8668C22C-39F1-4F13-A3C8-96243DD7C753}" srcOrd="8" destOrd="0" presId="urn:microsoft.com/office/officeart/2005/8/layout/vList2"/>
    <dgm:cxn modelId="{8B49DB83-A4F2-46DA-83BE-C66FF46AC945}" type="presParOf" srcId="{072A07C3-6AAB-445D-80A7-249A004FADB9}" destId="{0F367B6F-ABE3-43B9-9E29-94C979B603F8}" srcOrd="9" destOrd="0" presId="urn:microsoft.com/office/officeart/2005/8/layout/vList2"/>
    <dgm:cxn modelId="{E2FCF776-4C9D-4FA1-B7CF-C538565DCA91}" type="presParOf" srcId="{072A07C3-6AAB-445D-80A7-249A004FADB9}" destId="{A3559C65-4E5D-4CA8-85BC-C432C3837387}" srcOrd="10" destOrd="0" presId="urn:microsoft.com/office/officeart/2005/8/layout/vList2"/>
    <dgm:cxn modelId="{7E6C92DF-CC68-4F32-BC6F-A7F4618B0BCA}" type="presParOf" srcId="{072A07C3-6AAB-445D-80A7-249A004FADB9}" destId="{9CFA046C-DF58-4C04-AF2F-BEE95C972E3A}" srcOrd="11" destOrd="0" presId="urn:microsoft.com/office/officeart/2005/8/layout/vList2"/>
    <dgm:cxn modelId="{D10C6B6B-547D-412A-B2F2-2AE8E4937084}" type="presParOf" srcId="{072A07C3-6AAB-445D-80A7-249A004FADB9}" destId="{7F0D6C25-7930-47AB-8FBA-CE4FDF55D58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8C7FFC-61BC-4EC8-B585-066A62D1097E}">
      <dsp:nvSpPr>
        <dsp:cNvPr id="0" name=""/>
        <dsp:cNvSpPr/>
      </dsp:nvSpPr>
      <dsp:spPr>
        <a:xfrm>
          <a:off x="0" y="93698"/>
          <a:ext cx="10504557" cy="54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docs/ARCHITECTURE.md (1–2 pages; simple diagram + explanation)</a:t>
          </a:r>
        </a:p>
      </dsp:txBody>
      <dsp:txXfrm>
        <a:off x="26387" y="120085"/>
        <a:ext cx="10451783" cy="487766"/>
      </dsp:txXfrm>
    </dsp:sp>
    <dsp:sp modelId="{8694ED8D-E215-4D76-857D-83338FC1B4B1}">
      <dsp:nvSpPr>
        <dsp:cNvPr id="0" name=""/>
        <dsp:cNvSpPr/>
      </dsp:nvSpPr>
      <dsp:spPr>
        <a:xfrm>
          <a:off x="0" y="697598"/>
          <a:ext cx="10504557" cy="5405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docs/sprints/W01/plan.md</a:t>
          </a:r>
        </a:p>
      </dsp:txBody>
      <dsp:txXfrm>
        <a:off x="26387" y="723985"/>
        <a:ext cx="10451783" cy="487766"/>
      </dsp:txXfrm>
    </dsp:sp>
    <dsp:sp modelId="{6D8FE49D-26DA-4425-8C7E-DCE94839AD71}">
      <dsp:nvSpPr>
        <dsp:cNvPr id="0" name=""/>
        <dsp:cNvSpPr/>
      </dsp:nvSpPr>
      <dsp:spPr>
        <a:xfrm>
          <a:off x="0" y="1301499"/>
          <a:ext cx="10504557" cy="5405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examples/00_sdk_smoke.py</a:t>
          </a:r>
        </a:p>
      </dsp:txBody>
      <dsp:txXfrm>
        <a:off x="26387" y="1327886"/>
        <a:ext cx="10451783" cy="487766"/>
      </dsp:txXfrm>
    </dsp:sp>
    <dsp:sp modelId="{09E87734-5520-49F9-A61A-7BFE46AABF34}">
      <dsp:nvSpPr>
        <dsp:cNvPr id="0" name=""/>
        <dsp:cNvSpPr/>
      </dsp:nvSpPr>
      <dsp:spPr>
        <a:xfrm>
          <a:off x="0" y="1905399"/>
          <a:ext cx="10504557" cy="54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sdk/tests/test_import.py </a:t>
          </a:r>
        </a:p>
      </dsp:txBody>
      <dsp:txXfrm>
        <a:off x="26387" y="1931786"/>
        <a:ext cx="10451783" cy="487766"/>
      </dsp:txXfrm>
    </dsp:sp>
    <dsp:sp modelId="{8668C22C-39F1-4F13-A3C8-96243DD7C753}">
      <dsp:nvSpPr>
        <dsp:cNvPr id="0" name=""/>
        <dsp:cNvSpPr/>
      </dsp:nvSpPr>
      <dsp:spPr>
        <a:xfrm>
          <a:off x="0" y="2509299"/>
          <a:ext cx="10504557" cy="54054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rgbClr val="FFFFFF"/>
              </a:solidFill>
              <a:latin typeface="Calibri"/>
              <a:ea typeface="Calibri"/>
              <a:cs typeface="Calibri"/>
            </a:rPr>
            <a:t>docs/PROTOCOL.md (updated to match implemented messages)</a:t>
          </a:r>
          <a:endParaRPr lang="en-US" sz="2200" kern="1200">
            <a:solidFill>
              <a:srgbClr val="FFFFFF"/>
            </a:solidFill>
            <a:latin typeface="Aptos"/>
            <a:ea typeface="+mn-ea"/>
            <a:cs typeface="+mn-cs"/>
          </a:endParaRPr>
        </a:p>
      </dsp:txBody>
      <dsp:txXfrm>
        <a:off x="26387" y="2535686"/>
        <a:ext cx="10451783" cy="487766"/>
      </dsp:txXfrm>
    </dsp:sp>
    <dsp:sp modelId="{A3559C65-4E5D-4CA8-85BC-C432C3837387}">
      <dsp:nvSpPr>
        <dsp:cNvPr id="0" name=""/>
        <dsp:cNvSpPr/>
      </dsp:nvSpPr>
      <dsp:spPr>
        <a:xfrm>
          <a:off x="0" y="3113199"/>
          <a:ext cx="10504557" cy="54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rgbClr val="FFFFFF"/>
              </a:solidFill>
              <a:latin typeface="Calibri"/>
              <a:ea typeface="Calibri"/>
              <a:cs typeface="Calibri"/>
            </a:rPr>
            <a:t>Docs/sprints/W02/plan.md</a:t>
          </a:r>
        </a:p>
      </dsp:txBody>
      <dsp:txXfrm>
        <a:off x="26387" y="3139586"/>
        <a:ext cx="10451783" cy="487766"/>
      </dsp:txXfrm>
    </dsp:sp>
    <dsp:sp modelId="{7F0D6C25-7930-47AB-8FBA-CE4FDF55D586}">
      <dsp:nvSpPr>
        <dsp:cNvPr id="0" name=""/>
        <dsp:cNvSpPr/>
      </dsp:nvSpPr>
      <dsp:spPr>
        <a:xfrm>
          <a:off x="0" y="3717099"/>
          <a:ext cx="10504557" cy="5405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rgbClr val="FFFFFF"/>
              </a:solidFill>
              <a:latin typeface="Calibri"/>
              <a:ea typeface="Calibri"/>
              <a:cs typeface="Calibri"/>
            </a:rPr>
            <a:t>docs/presentations/W02.pdf (or W02.pptx)</a:t>
          </a:r>
        </a:p>
      </dsp:txBody>
      <dsp:txXfrm>
        <a:off x="26387" y="3743486"/>
        <a:ext cx="10451783" cy="487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7C90-65FD-943F-24C2-7FB0DCC46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39BFF-BCD1-F905-A2B2-16ECD103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6C8C2-A74B-A355-F8AB-0054D30E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01417-437E-13F3-D061-E960CFC2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F5AE3-6C80-8BB9-E0F6-9D9FDD9C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0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AC20-39EF-0856-9352-EAE7DA38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BE427-5D73-BE16-E119-77B0A110C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98CA-B93A-5ABF-5FFE-DFD3802D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CBBBF-5451-900F-68CE-4C31220B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BF716-1658-0D34-5855-747EC6AD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9803-25C5-C183-5DC4-D3FF1BC3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700A-6222-9372-F49E-73736C53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1664-5E35-C6C2-D03B-370D5192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2EE93-CDDE-62EA-AEFE-0E6C487D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D0ECB-074F-75D0-1FA5-1C06FD20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D9DD-70E7-A3ED-9DAD-A94F29FB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D631C-BE50-9A27-B8F3-94B839837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35A54-AC5C-F41D-A906-F5572AA27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78543-8DC3-DC31-9E60-B80970F9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DA9A2-41B7-005D-4D8B-7FA2174D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E0ABB-5BB8-C701-F892-1326CBFC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0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6074-D1C1-0BA5-7636-D972950C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7E6CD-8D74-43D0-D8C0-BC5D38D56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D0D59-2C65-A9B1-0C65-F6F5EFA50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05C86-F12D-7DAC-5748-11C7C647C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18E39-E5C7-77D2-25F6-70D298906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293A4-FDA3-8FD0-28ED-48D93D5B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BBA9F-782E-9F59-875C-1C867C12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7F8FB-24E7-483D-ECEC-5E1142AA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1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EDB4-2FBE-4C73-B9FF-7D1348E2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AA3A0-DBE5-F00D-6EEE-08CECB66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90750-04B9-D507-F920-4F4956C3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1A00A-04F7-2319-E83B-E37634C9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7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757F2-AE24-AC30-8D7D-C6A08D70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B0A75-EA36-B242-0B73-9E4CD52E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73A32-8F62-8C03-F559-1A6374F0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7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46DC-6222-6D49-9C7F-5947036B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B881-A5B6-343E-58AB-67B3F44D9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5E94-C75C-AC35-6FAE-113CE1F44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7C837-08AF-FBE3-1986-446E2485F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96B20-2BDA-67AD-4165-77833282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C127C-6BBF-EFCA-FE04-3F66A939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3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3BE3-9A33-E139-B777-D52229A8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76054-DF72-9345-83EE-877BB100D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B53CA-34E1-9DE7-B9C7-91858C154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BEA21-898A-E9CA-9314-B217FF90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045F1-07E6-2AAC-B2D5-74EA758E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F8485-D86E-7A1A-CE2E-07CB3298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E2B4-D753-1ECF-2971-BCCF9802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8702D-1566-E3FA-D829-FC15D215C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74E7E-90C4-B497-5DAA-9DF28D36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58504-93E4-4EED-1A8C-3F643961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9F7F4-F71E-4411-CB19-6B37FD9F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0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FF995-D29C-3076-AB14-650EE20FE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9C21D-A6AF-0A9D-B0CC-D800A9705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F885-0546-EF27-C489-B0231963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6A5DF-0E47-0137-5DD5-334F20C0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67BEE-76D8-D162-84C8-05E8836E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2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098F9-3DCB-9117-2AC3-C8DC67CB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B2FD8-5642-F775-1BD6-F7534CECD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1A3E-AFDC-BF10-5C94-26FFFAD34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1E731-7C35-4F3A-86C7-28C15E898D8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317B0-3F2D-ED41-2428-593CCE022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98CAA-AE9A-914A-D632-9E72F3B1F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3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51ED7-DEB9-0F61-16D8-354982F39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CSDP-499 Codrone Sim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BD4CD-0A00-3EFA-E31C-3D03553E2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Week #3 </a:t>
            </a:r>
          </a:p>
          <a:p>
            <a:r>
              <a:rPr lang="en-US" sz="2200" dirty="0">
                <a:solidFill>
                  <a:srgbClr val="FFFFFF"/>
                </a:solidFill>
              </a:rPr>
              <a:t>Nyles, Muna, Ali, Success, </a:t>
            </a:r>
            <a:r>
              <a:rPr lang="en-US" sz="2200" dirty="0" err="1">
                <a:solidFill>
                  <a:srgbClr val="FFFFFF"/>
                </a:solidFill>
              </a:rPr>
              <a:t>Sopuru</a:t>
            </a:r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94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153D83-57A3-FC68-CC82-358139BB4C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637" r="9091" b="37227"/>
          <a:stretch>
            <a:fillRect/>
          </a:stretch>
        </p:blipFill>
        <p:spPr>
          <a:xfrm>
            <a:off x="-3809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AF4BD-C9E6-DD9E-8AD0-9DAD0F65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Deliverables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B9FB94D-28CA-B8AF-E99E-B55D35733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325228"/>
              </p:ext>
            </p:extLst>
          </p:nvPr>
        </p:nvGraphicFramePr>
        <p:xfrm>
          <a:off x="805068" y="1648929"/>
          <a:ext cx="1050455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Graphic 15" descr="Checkbox Checked with solid fill">
            <a:extLst>
              <a:ext uri="{FF2B5EF4-FFF2-40B4-BE49-F238E27FC236}">
                <a16:creationId xmlns:a16="http://schemas.microsoft.com/office/drawing/2014/main" id="{A3966D21-1CF3-1D43-40D9-98B7748A50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71220" y="4161302"/>
            <a:ext cx="872067" cy="702734"/>
          </a:xfrm>
          <a:prstGeom prst="rect">
            <a:avLst/>
          </a:prstGeom>
        </p:spPr>
      </p:pic>
      <p:pic>
        <p:nvPicPr>
          <p:cNvPr id="17" name="Graphic 16" descr="Checkbox Checked with solid fill">
            <a:extLst>
              <a:ext uri="{FF2B5EF4-FFF2-40B4-BE49-F238E27FC236}">
                <a16:creationId xmlns:a16="http://schemas.microsoft.com/office/drawing/2014/main" id="{B95ED1C8-4A62-DBFD-CE02-855C24C214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71220" y="4665670"/>
            <a:ext cx="872067" cy="730956"/>
          </a:xfrm>
          <a:prstGeom prst="rect">
            <a:avLst/>
          </a:prstGeom>
        </p:spPr>
      </p:pic>
      <p:pic>
        <p:nvPicPr>
          <p:cNvPr id="21" name="Graphic 20" descr="Checkbox Checked with solid fill">
            <a:extLst>
              <a:ext uri="{FF2B5EF4-FFF2-40B4-BE49-F238E27FC236}">
                <a16:creationId xmlns:a16="http://schemas.microsoft.com/office/drawing/2014/main" id="{DB185661-75C2-A1B2-4A02-07705A119A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80423" y="5283774"/>
            <a:ext cx="879429" cy="6990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369CED-A39D-26D9-2F5E-AB6A02DE44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3" y="2224157"/>
            <a:ext cx="829813" cy="773368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D5CF8785-6EBC-6E2A-63C0-A5B673A65F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2805" y="3475310"/>
            <a:ext cx="842592" cy="684442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59945A64-5374-F54E-71F7-DD8BEBC5AA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59" y="2768898"/>
            <a:ext cx="716924" cy="7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13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C5093-C945-D237-F7A4-9F698FF8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R1 </a:t>
            </a:r>
            <a:r>
              <a:rPr lang="en-US" sz="4800" dirty="0" err="1"/>
              <a:t>Interagator</a:t>
            </a:r>
            <a:r>
              <a:rPr lang="en-US" sz="4800" dirty="0"/>
              <a:t> - Muna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F61E2-D8DC-C52B-D9D1-F754AC55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Wrote up or sprint plans and kept up with the documentation for the project</a:t>
            </a:r>
          </a:p>
          <a:p>
            <a:r>
              <a:rPr lang="en-US" sz="2400" dirty="0"/>
              <a:t>Created a template presentation we can use going forward</a:t>
            </a:r>
          </a:p>
          <a:p>
            <a:r>
              <a:rPr lang="en-US" sz="2400" dirty="0"/>
              <a:t>Jumped around to whichever position needed the most support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66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57F21-1796-90F8-9834-6F847166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8F5BC7-7B3D-0A97-BF17-84F42007C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CE55B4-059F-06E1-1C6E-78BBC736F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388B9D-1324-89D8-33B9-A76CFDB4A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8BFCC4-3C81-66BF-E49D-536F41AB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285D1CD-401D-9ED8-8964-300EFE679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70BF983-183C-5337-ACB2-71C12413A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418F5-BC08-67E3-C06F-A14F2FF5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R2 Build - Ali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42FA-B336-16FE-0D47-0A2CB9E90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Chose The Golden Machine and set it up</a:t>
            </a:r>
          </a:p>
          <a:p>
            <a:pPr lvl="1"/>
            <a:r>
              <a:rPr lang="en-US" sz="2000"/>
              <a:t>Golden Machine Specs:</a:t>
            </a:r>
          </a:p>
          <a:p>
            <a:pPr lvl="2"/>
            <a:r>
              <a:rPr lang="en-US" sz="1600">
                <a:ea typeface="+mn-lt"/>
                <a:cs typeface="+mn-lt"/>
              </a:rPr>
              <a:t>Windows 11 Processor Intel(R) Xeon(R) w3-2435 (3.10 GHz) Graphics Card: NVIDIA RTX A4000 (16GB) Installed RAM 32.0 GB (31.3 GB usable) System type 64-bit operating system, x64-based processor Unreal Engine Version 5.7.3 Python 3.9.13</a:t>
            </a:r>
          </a:p>
          <a:p>
            <a:r>
              <a:rPr lang="en-US" sz="2400"/>
              <a:t>Created Set up instructions and updated as our project grew in sprint 2</a:t>
            </a:r>
          </a:p>
          <a:p>
            <a:pPr lvl="1"/>
            <a:r>
              <a:rPr lang="en-US" sz="2000"/>
              <a:t>Will need to be edited due to changes we decided to make due to week 2's results</a:t>
            </a:r>
          </a:p>
          <a:p>
            <a:pPr lvl="1"/>
            <a:endParaRPr lang="en-US" sz="2000"/>
          </a:p>
          <a:p>
            <a:pPr marL="0" indent="0">
              <a:buNone/>
            </a:pPr>
            <a:endParaRPr lang="en-US" sz="1600"/>
          </a:p>
          <a:p>
            <a:pPr lvl="2"/>
            <a:endParaRPr lang="en-US" sz="16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84904E-73E0-4BAD-39C4-27FC5B26D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47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A6FA5-ACBA-3482-7E08-EDE0FFAB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88234-A21A-892B-A96E-DA24420B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 World -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01DD-729E-6CD7-3359-000D332D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6447" y="6019391"/>
            <a:ext cx="7315199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Created our 3d Drone environment in Unreal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C694AD-8D7D-73B3-54E1-84AA2872D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90" b="2975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92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6EA74-A2BB-65BE-AEBC-5FBFB355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A350138-AA05-9536-1F42-6EB730B62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AC580B-47AD-9B98-C773-92EEA4775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4715B3-7847-F32D-B7A7-F016E2BC7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E1CD153-57D7-95E5-413E-599507DC3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A98970-101A-B260-8C8F-30B641054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47593AF-989F-9D69-9246-2335AF9ED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A7011-D0E8-6EFB-525F-042665A0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R4 API - </a:t>
            </a:r>
            <a:r>
              <a:rPr lang="en-US" sz="4800" dirty="0" err="1"/>
              <a:t>Sopuru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0B333-9C49-ADA5-A722-D69D4597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Created Our Template PROTOCOL.md and updated the file with current messages.</a:t>
            </a:r>
          </a:p>
          <a:p>
            <a:r>
              <a:rPr lang="en-US" sz="2400"/>
              <a:t>Began implementing Messages Between the SDK and unreal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E714384-EA32-7D78-3F34-3213E7EA5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077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642EF-0885-A630-E27F-7ECB6C41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49390AF-5576-EB48-6919-2637ADCFB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2ADA22-958E-E4C3-758A-EA874E75E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511FE6-A4FE-9525-5B16-9E97DAC4B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4048BEB-CC25-21C7-B5E4-E733A2E1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53243AE-7FB3-E4A3-4767-36C715A91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804BC9C-7EA2-947E-3E7E-A9A429F6F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06A2A-9791-8C00-B103-57A44134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R5 SDK </a:t>
            </a:r>
            <a:r>
              <a:rPr lang="en-US" sz="4800"/>
              <a:t>- Nyles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C9650-C838-B522-19E0-D4B0B964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Imported and set up Microsoft </a:t>
            </a:r>
            <a:r>
              <a:rPr lang="en-US" sz="2400" dirty="0" err="1"/>
              <a:t>AirSim</a:t>
            </a:r>
            <a:r>
              <a:rPr lang="en-US" sz="2400" dirty="0"/>
              <a:t> into the project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Microsoft </a:t>
            </a:r>
            <a:r>
              <a:rPr lang="en-US" sz="2000" dirty="0" err="1"/>
              <a:t>Airsim</a:t>
            </a:r>
            <a:r>
              <a:rPr lang="en-US" sz="2000" dirty="0"/>
              <a:t> and other SDK's are </a:t>
            </a:r>
            <a:r>
              <a:rPr lang="en-US" sz="2000" dirty="0" err="1"/>
              <a:t>likley</a:t>
            </a:r>
            <a:r>
              <a:rPr lang="en-US" sz="2000" dirty="0"/>
              <a:t> not going to work for this </a:t>
            </a:r>
            <a:r>
              <a:rPr lang="en-US" sz="2000" dirty="0" err="1"/>
              <a:t>projet</a:t>
            </a:r>
            <a:endParaRPr lang="en-US" sz="2000" dirty="0"/>
          </a:p>
          <a:p>
            <a:endParaRPr lang="en-US" sz="24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4DF824-7BE4-F76D-A615-077ABCB6C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81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CCFE0-7D1B-F1DB-908A-76054C43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Retrospective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63ACA-2621-6205-0C27-087DE2B15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What Worked: </a:t>
            </a:r>
          </a:p>
          <a:p>
            <a:pPr lvl="1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Consistent Meeting times drastically improved productivity.</a:t>
            </a:r>
          </a:p>
          <a:p>
            <a:pPr lvl="1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New Golden Machine runs unreal well and we can </a:t>
            </a:r>
            <a:r>
              <a:rPr lang="en-US" sz="160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setit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up with little issue.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What Didn’t Work:</a:t>
            </a:r>
          </a:p>
          <a:p>
            <a:pPr lvl="1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Unreal ran poorly on many of our machines if it ran at all.</a:t>
            </a:r>
          </a:p>
          <a:p>
            <a:pPr lvl="1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Microsoft </a:t>
            </a:r>
            <a:r>
              <a:rPr lang="en-US" sz="16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AirSim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SDK is outdated and no longer receiving updates.</a:t>
            </a:r>
          </a:p>
          <a:p>
            <a:pPr lvl="2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Forces us to use outdated python versions and dependencies.</a:t>
            </a:r>
          </a:p>
          <a:p>
            <a:pPr lvl="2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Inconsistent set up </a:t>
            </a:r>
          </a:p>
          <a:p>
            <a:pPr lvl="3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Some machines are straight forward others do work no matter what.</a:t>
            </a:r>
          </a:p>
        </p:txBody>
      </p:sp>
    </p:spTree>
    <p:extLst>
      <p:ext uri="{BB962C8B-B14F-4D97-AF65-F5344CB8AC3E}">
        <p14:creationId xmlns:p14="http://schemas.microsoft.com/office/powerpoint/2010/main" val="335322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B99161-CF3F-3482-840E-53756302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we plan to change next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ADEC-A271-6C08-CE13-326274AD1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Create our own SDK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This is was our biggest bottleneck for week 2 tasks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The 3rd party SDK's are not going to work for this project and make the set up long and difficult.</a:t>
            </a:r>
          </a:p>
          <a:p>
            <a:r>
              <a:rPr lang="en-US" sz="2000"/>
              <a:t>Update meeting times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We need to work around balancing our meetings times a little better to make sure that we are able to get work done consistently.</a:t>
            </a:r>
          </a:p>
          <a:p>
            <a:endParaRPr lang="en-US" sz="2000"/>
          </a:p>
          <a:p>
            <a:pPr marL="914400" lvl="2" indent="0">
              <a:buNone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484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436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Office Theme</vt:lpstr>
      <vt:lpstr>CSDP-499 Codrone Sim</vt:lpstr>
      <vt:lpstr>Deliverables</vt:lpstr>
      <vt:lpstr>R1 Interagator - Muna</vt:lpstr>
      <vt:lpstr>R2 Build - Ali</vt:lpstr>
      <vt:lpstr>R3 World - Success</vt:lpstr>
      <vt:lpstr>R4 API - Sopuru</vt:lpstr>
      <vt:lpstr>R5 SDK - Nyles</vt:lpstr>
      <vt:lpstr>Retrospective</vt:lpstr>
      <vt:lpstr>What we plan to change next sprint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Burton, Nyles C</dc:creator>
  <cp:lastModifiedBy>Muna Ani</cp:lastModifiedBy>
  <cp:revision>3</cp:revision>
  <dcterms:created xsi:type="dcterms:W3CDTF">2026-02-24T19:48:45Z</dcterms:created>
  <dcterms:modified xsi:type="dcterms:W3CDTF">2026-03-04T22:22:51Z</dcterms:modified>
</cp:coreProperties>
</file>