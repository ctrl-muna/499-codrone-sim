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9" r:id="rId3"/>
    <p:sldId id="257" r:id="rId4"/>
    <p:sldId id="264" r:id="rId5"/>
    <p:sldId id="265" r:id="rId6"/>
    <p:sldId id="266" r:id="rId7"/>
    <p:sldId id="267" r:id="rId8"/>
    <p:sldId id="262" r:id="rId9"/>
    <p:sldId id="268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2E22B-2938-1CE5-50F1-696537930C4A}" v="80" dt="2026-03-06T04:43:51.859"/>
    <p1510:client id="{37F6E3F6-8C61-B786-F3F5-FE30B07C9369}" v="8" dt="2026-03-05T21:55:12.268"/>
    <p1510:client id="{6FD5B777-F645-4985-B580-DB80F77370EF}" v="1008" dt="2026-03-06T15:22:24.9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60"/>
  </p:normalViewPr>
  <p:slideViewPr>
    <p:cSldViewPr snapToGrid="0">
      <p:cViewPr>
        <p:scale>
          <a:sx n="77" d="100"/>
          <a:sy n="77" d="100"/>
        </p:scale>
        <p:origin x="4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C5620D-152A-4AB9-9F1D-AACA858352D5}" type="doc">
      <dgm:prSet loTypeId="urn:microsoft.com/office/officeart/2005/8/layout/vList2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365D7F74-FFE5-482B-9D98-39CA7CA0513A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docs/sprints/W03/plan.md</a:t>
          </a:r>
        </a:p>
      </dgm:t>
    </dgm:pt>
    <dgm:pt modelId="{D17DA32A-B04F-4970-8E9F-C0DF6828DE5B}" type="parTrans" cxnId="{43C3301C-6277-4228-9AF5-835ADEB7A39C}">
      <dgm:prSet/>
      <dgm:spPr/>
      <dgm:t>
        <a:bodyPr/>
        <a:lstStyle/>
        <a:p>
          <a:endParaRPr lang="en-US"/>
        </a:p>
      </dgm:t>
    </dgm:pt>
    <dgm:pt modelId="{21339A53-A261-43CF-94D6-54DE839026A4}" type="sibTrans" cxnId="{43C3301C-6277-4228-9AF5-835ADEB7A39C}">
      <dgm:prSet/>
      <dgm:spPr/>
      <dgm:t>
        <a:bodyPr/>
        <a:lstStyle/>
        <a:p>
          <a:endParaRPr lang="en-US"/>
        </a:p>
      </dgm:t>
    </dgm:pt>
    <dgm:pt modelId="{EBC24022-F74C-44D4-B421-78DBA0FDC453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 b="1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 sdk</a:t>
          </a:r>
          <a:r>
            <a:rPr lang="en-US" sz="23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/UserControl.py</a:t>
          </a:r>
        </a:p>
      </dgm:t>
    </dgm:pt>
    <dgm:pt modelId="{2DC771CA-2899-4F94-89F6-EED97E2DB446}" type="parTrans" cxnId="{1EA71A30-8CEE-4080-870A-60B941815164}">
      <dgm:prSet/>
      <dgm:spPr/>
      <dgm:t>
        <a:bodyPr/>
        <a:lstStyle/>
        <a:p>
          <a:endParaRPr lang="en-US"/>
        </a:p>
      </dgm:t>
    </dgm:pt>
    <dgm:pt modelId="{649E8D30-3117-4174-9932-2B174D813E15}" type="sibTrans" cxnId="{1EA71A30-8CEE-4080-870A-60B941815164}">
      <dgm:prSet/>
      <dgm:spPr/>
      <dgm:t>
        <a:bodyPr/>
        <a:lstStyle/>
        <a:p>
          <a:endParaRPr lang="en-US"/>
        </a:p>
      </dgm:t>
    </dgm:pt>
    <dgm:pt modelId="{EDCA3F4A-F7A1-4D91-BF3B-FA626C83CB10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3d Drone Model inside Project</a:t>
          </a:r>
        </a:p>
      </dgm:t>
    </dgm:pt>
    <dgm:pt modelId="{E9693187-5B17-43E3-BA6E-69E9E9BEF533}" type="parTrans" cxnId="{7191409F-7EDE-45BD-A6B4-8BA1BDABB0E3}">
      <dgm:prSet/>
      <dgm:spPr/>
      <dgm:t>
        <a:bodyPr/>
        <a:lstStyle/>
        <a:p>
          <a:endParaRPr lang="en-US"/>
        </a:p>
      </dgm:t>
    </dgm:pt>
    <dgm:pt modelId="{7961C441-2E7D-4507-84CE-4BCD89F89971}" type="sibTrans" cxnId="{7191409F-7EDE-45BD-A6B4-8BA1BDABB0E3}">
      <dgm:prSet/>
      <dgm:spPr/>
      <dgm:t>
        <a:bodyPr/>
        <a:lstStyle/>
        <a:p>
          <a:endParaRPr lang="en-US"/>
        </a:p>
      </dgm:t>
    </dgm:pt>
    <dgm:pt modelId="{F4127BAC-F723-4BA7-9F31-71AEC6B631B0}">
      <dgm:prSet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2300" dirty="0">
              <a:solidFill>
                <a:srgbClr val="FFFFFF"/>
              </a:solidFill>
              <a:latin typeface="Aptos"/>
              <a:ea typeface="+mn-ea"/>
              <a:cs typeface="+mn-cs"/>
            </a:rPr>
            <a:t>Updated docs/Protocols.md(to reflect actual implemented Messages)</a:t>
          </a:r>
        </a:p>
      </dgm:t>
    </dgm:pt>
    <dgm:pt modelId="{2755F71C-25C3-42FA-864F-0C3C8AFBE3C4}" type="parTrans" cxnId="{18AB071C-64FA-45F1-B389-C0C680F20A45}">
      <dgm:prSet/>
      <dgm:spPr/>
      <dgm:t>
        <a:bodyPr/>
        <a:lstStyle/>
        <a:p>
          <a:endParaRPr lang="en-US"/>
        </a:p>
      </dgm:t>
    </dgm:pt>
    <dgm:pt modelId="{558E3C29-084D-4F27-83BF-79C3E09C0562}" type="sibTrans" cxnId="{18AB071C-64FA-45F1-B389-C0C680F20A45}">
      <dgm:prSet/>
      <dgm:spPr/>
      <dgm:t>
        <a:bodyPr/>
        <a:lstStyle/>
        <a:p>
          <a:endParaRPr lang="en-US"/>
        </a:p>
      </dgm:t>
    </dgm:pt>
    <dgm:pt modelId="{76735826-E973-4461-95C0-C88F512E1F7D}">
      <dgm:prSet/>
      <dgm:spPr/>
      <dgm:t>
        <a:bodyPr/>
        <a:lstStyle/>
        <a:p>
          <a:r>
            <a:rPr lang="en-US" dirty="0"/>
            <a:t>runs/</a:t>
          </a:r>
          <a:r>
            <a:rPr lang="en-US" dirty="0" err="1"/>
            <a:t>startup.json</a:t>
          </a:r>
          <a:endParaRPr lang="en-US" dirty="0"/>
        </a:p>
      </dgm:t>
    </dgm:pt>
    <dgm:pt modelId="{325FEE33-6DCC-4A24-96BE-65C619733924}" type="parTrans" cxnId="{880DFB76-A4BB-40A8-A130-147D920A42E7}">
      <dgm:prSet/>
      <dgm:spPr/>
      <dgm:t>
        <a:bodyPr/>
        <a:lstStyle/>
        <a:p>
          <a:endParaRPr lang="en-US"/>
        </a:p>
      </dgm:t>
    </dgm:pt>
    <dgm:pt modelId="{BC458653-EC3A-446F-A8BC-7146D0C59439}" type="sibTrans" cxnId="{880DFB76-A4BB-40A8-A130-147D920A42E7}">
      <dgm:prSet/>
      <dgm:spPr/>
      <dgm:t>
        <a:bodyPr/>
        <a:lstStyle/>
        <a:p>
          <a:endParaRPr lang="en-US"/>
        </a:p>
      </dgm:t>
    </dgm:pt>
    <dgm:pt modelId="{137FAEC8-B1AE-4CD4-B6A8-733D8A1ACC53}">
      <dgm:prSet/>
      <dgm:spPr/>
      <dgm:t>
        <a:bodyPr/>
        <a:lstStyle/>
        <a:p>
          <a:r>
            <a:rPr lang="en-US" dirty="0"/>
            <a:t>runs\RunCommands\Run_0_Commands.csv</a:t>
          </a:r>
        </a:p>
      </dgm:t>
    </dgm:pt>
    <dgm:pt modelId="{36CADE9E-65BC-4619-B40B-114E367411DB}" type="parTrans" cxnId="{A8CE9A6E-0D91-4C90-9823-86AB45327262}">
      <dgm:prSet/>
      <dgm:spPr/>
      <dgm:t>
        <a:bodyPr/>
        <a:lstStyle/>
        <a:p>
          <a:endParaRPr lang="en-US"/>
        </a:p>
      </dgm:t>
    </dgm:pt>
    <dgm:pt modelId="{A3717D95-2790-4DAC-9987-30BD92EC8288}" type="sibTrans" cxnId="{A8CE9A6E-0D91-4C90-9823-86AB45327262}">
      <dgm:prSet/>
      <dgm:spPr/>
      <dgm:t>
        <a:bodyPr/>
        <a:lstStyle/>
        <a:p>
          <a:endParaRPr lang="en-US"/>
        </a:p>
      </dgm:t>
    </dgm:pt>
    <dgm:pt modelId="{CCFA23D5-5993-4ECA-BE3A-2DD40B250D1E}">
      <dgm:prSet/>
      <dgm:spPr/>
      <dgm:t>
        <a:bodyPr/>
        <a:lstStyle/>
        <a:p>
          <a:r>
            <a:rPr lang="en-US" dirty="0"/>
            <a:t>Docs/presentations/W03_PRESENTATION.pptx</a:t>
          </a:r>
        </a:p>
      </dgm:t>
    </dgm:pt>
    <dgm:pt modelId="{D68A4B32-0F07-466D-9BDF-7083AE5D2F79}" type="parTrans" cxnId="{76DB26C0-25FC-4866-9B56-B2C41B3752E9}">
      <dgm:prSet/>
      <dgm:spPr/>
      <dgm:t>
        <a:bodyPr/>
        <a:lstStyle/>
        <a:p>
          <a:endParaRPr lang="en-US"/>
        </a:p>
      </dgm:t>
    </dgm:pt>
    <dgm:pt modelId="{5B706BBD-61DC-4B23-A214-3BEFAFEBF922}" type="sibTrans" cxnId="{76DB26C0-25FC-4866-9B56-B2C41B3752E9}">
      <dgm:prSet/>
      <dgm:spPr/>
      <dgm:t>
        <a:bodyPr/>
        <a:lstStyle/>
        <a:p>
          <a:endParaRPr lang="en-US"/>
        </a:p>
      </dgm:t>
    </dgm:pt>
    <dgm:pt modelId="{B828D73F-8130-4B4F-9572-16B2864D18EE}">
      <dgm:prSet/>
      <dgm:spPr/>
      <dgm:t>
        <a:bodyPr/>
        <a:lstStyle/>
        <a:p>
          <a:r>
            <a:rPr lang="en-US" dirty="0"/>
            <a:t>In </a:t>
          </a:r>
          <a:r>
            <a:rPr lang="en-US" dirty="0" err="1"/>
            <a:t>old_model</a:t>
          </a:r>
          <a:r>
            <a:rPr lang="en-US" dirty="0"/>
            <a:t> branch :  sim/Codrone4.27/TestAirSim3/Plugins/</a:t>
          </a:r>
          <a:r>
            <a:rPr lang="en-US" dirty="0" err="1"/>
            <a:t>Airsim</a:t>
          </a:r>
          <a:endParaRPr lang="en-US" dirty="0"/>
        </a:p>
      </dgm:t>
    </dgm:pt>
    <dgm:pt modelId="{2E9D0D4F-FC3B-4BF6-B8F4-FC81B54167F2}" type="parTrans" cxnId="{3FE91E9F-49EB-4162-BDEF-B12DA343CA8E}">
      <dgm:prSet/>
      <dgm:spPr/>
      <dgm:t>
        <a:bodyPr/>
        <a:lstStyle/>
        <a:p>
          <a:endParaRPr lang="en-US"/>
        </a:p>
      </dgm:t>
    </dgm:pt>
    <dgm:pt modelId="{54E2FCC6-B156-4CDF-B5BF-6FC46BCEDC55}" type="sibTrans" cxnId="{3FE91E9F-49EB-4162-BDEF-B12DA343CA8E}">
      <dgm:prSet/>
      <dgm:spPr/>
      <dgm:t>
        <a:bodyPr/>
        <a:lstStyle/>
        <a:p>
          <a:endParaRPr lang="en-US"/>
        </a:p>
      </dgm:t>
    </dgm:pt>
    <dgm:pt modelId="{072A07C3-6AAB-445D-80A7-249A004FADB9}" type="pres">
      <dgm:prSet presAssocID="{08C5620D-152A-4AB9-9F1D-AACA858352D5}" presName="linear" presStyleCnt="0">
        <dgm:presLayoutVars>
          <dgm:animLvl val="lvl"/>
          <dgm:resizeHandles val="exact"/>
        </dgm:presLayoutVars>
      </dgm:prSet>
      <dgm:spPr/>
    </dgm:pt>
    <dgm:pt modelId="{75A111A7-2BD5-4054-BB07-59677DF236E4}" type="pres">
      <dgm:prSet presAssocID="{CCFA23D5-5993-4ECA-BE3A-2DD40B250D1E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2BE242A3-E831-4DCE-B383-B4B2C076C70C}" type="pres">
      <dgm:prSet presAssocID="{5B706BBD-61DC-4B23-A214-3BEFAFEBF922}" presName="spacer" presStyleCnt="0"/>
      <dgm:spPr/>
    </dgm:pt>
    <dgm:pt modelId="{8694ED8D-E215-4D76-857D-83338FC1B4B1}" type="pres">
      <dgm:prSet presAssocID="{365D7F74-FFE5-482B-9D98-39CA7CA0513A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EA64E464-7D77-455D-ACFC-01A130F78390}" type="pres">
      <dgm:prSet presAssocID="{21339A53-A261-43CF-94D6-54DE839026A4}" presName="spacer" presStyleCnt="0"/>
      <dgm:spPr/>
    </dgm:pt>
    <dgm:pt modelId="{4004F0E0-14BC-409F-9C52-0E8B2F1B625F}" type="pres">
      <dgm:prSet presAssocID="{137FAEC8-B1AE-4CD4-B6A8-733D8A1ACC53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42DB485E-0DA8-48DB-8A88-EB16A33EEEF7}" type="pres">
      <dgm:prSet presAssocID="{A3717D95-2790-4DAC-9987-30BD92EC8288}" presName="spacer" presStyleCnt="0"/>
      <dgm:spPr/>
    </dgm:pt>
    <dgm:pt modelId="{13E21948-DA44-46B3-AA3C-E6B0F852DB03}" type="pres">
      <dgm:prSet presAssocID="{B828D73F-8130-4B4F-9572-16B2864D18EE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12924ED0-FEEA-4DCA-93F7-80556D2D11BE}" type="pres">
      <dgm:prSet presAssocID="{54E2FCC6-B156-4CDF-B5BF-6FC46BCEDC55}" presName="spacer" presStyleCnt="0"/>
      <dgm:spPr/>
    </dgm:pt>
    <dgm:pt modelId="{C382A85B-1FCD-4742-AEFF-AABAB6C07C4A}" type="pres">
      <dgm:prSet presAssocID="{76735826-E973-4461-95C0-C88F512E1F7D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0E9CEE8A-2854-446B-9641-7A6097802030}" type="pres">
      <dgm:prSet presAssocID="{BC458653-EC3A-446F-A8BC-7146D0C59439}" presName="spacer" presStyleCnt="0"/>
      <dgm:spPr/>
    </dgm:pt>
    <dgm:pt modelId="{6D8FE49D-26DA-4425-8C7E-DCE94839AD71}" type="pres">
      <dgm:prSet presAssocID="{EBC24022-F74C-44D4-B421-78DBA0FDC453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6AB7D1FF-0E3B-4C3F-BD9E-BCB7095F48F1}" type="pres">
      <dgm:prSet presAssocID="{649E8D30-3117-4174-9932-2B174D813E15}" presName="spacer" presStyleCnt="0"/>
      <dgm:spPr/>
    </dgm:pt>
    <dgm:pt modelId="{09E87734-5520-49F9-A61A-7BFE46AABF34}" type="pres">
      <dgm:prSet presAssocID="{EDCA3F4A-F7A1-4D91-BF3B-FA626C83CB10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BE705CF8-4BBE-4F21-8F4A-F7B329CA02E3}" type="pres">
      <dgm:prSet presAssocID="{7961C441-2E7D-4507-84CE-4BCD89F89971}" presName="spacer" presStyleCnt="0"/>
      <dgm:spPr/>
    </dgm:pt>
    <dgm:pt modelId="{8668C22C-39F1-4F13-A3C8-96243DD7C753}" type="pres">
      <dgm:prSet presAssocID="{F4127BAC-F723-4BA7-9F31-71AEC6B631B0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18AB071C-64FA-45F1-B389-C0C680F20A45}" srcId="{08C5620D-152A-4AB9-9F1D-AACA858352D5}" destId="{F4127BAC-F723-4BA7-9F31-71AEC6B631B0}" srcOrd="7" destOrd="0" parTransId="{2755F71C-25C3-42FA-864F-0C3C8AFBE3C4}" sibTransId="{558E3C29-084D-4F27-83BF-79C3E09C0562}"/>
    <dgm:cxn modelId="{43C3301C-6277-4228-9AF5-835ADEB7A39C}" srcId="{08C5620D-152A-4AB9-9F1D-AACA858352D5}" destId="{365D7F74-FFE5-482B-9D98-39CA7CA0513A}" srcOrd="1" destOrd="0" parTransId="{D17DA32A-B04F-4970-8E9F-C0DF6828DE5B}" sibTransId="{21339A53-A261-43CF-94D6-54DE839026A4}"/>
    <dgm:cxn modelId="{1EA71A30-8CEE-4080-870A-60B941815164}" srcId="{08C5620D-152A-4AB9-9F1D-AACA858352D5}" destId="{EBC24022-F74C-44D4-B421-78DBA0FDC453}" srcOrd="5" destOrd="0" parTransId="{2DC771CA-2899-4F94-89F6-EED97E2DB446}" sibTransId="{649E8D30-3117-4174-9932-2B174D813E15}"/>
    <dgm:cxn modelId="{A8CE9A6E-0D91-4C90-9823-86AB45327262}" srcId="{08C5620D-152A-4AB9-9F1D-AACA858352D5}" destId="{137FAEC8-B1AE-4CD4-B6A8-733D8A1ACC53}" srcOrd="2" destOrd="0" parTransId="{36CADE9E-65BC-4619-B40B-114E367411DB}" sibTransId="{A3717D95-2790-4DAC-9987-30BD92EC8288}"/>
    <dgm:cxn modelId="{880DFB76-A4BB-40A8-A130-147D920A42E7}" srcId="{08C5620D-152A-4AB9-9F1D-AACA858352D5}" destId="{76735826-E973-4461-95C0-C88F512E1F7D}" srcOrd="4" destOrd="0" parTransId="{325FEE33-6DCC-4A24-96BE-65C619733924}" sibTransId="{BC458653-EC3A-446F-A8BC-7146D0C59439}"/>
    <dgm:cxn modelId="{EBA0B359-4E79-4C71-9884-7B591C3021B6}" type="presOf" srcId="{CCFA23D5-5993-4ECA-BE3A-2DD40B250D1E}" destId="{75A111A7-2BD5-4054-BB07-59677DF236E4}" srcOrd="0" destOrd="0" presId="urn:microsoft.com/office/officeart/2005/8/layout/vList2"/>
    <dgm:cxn modelId="{78B23495-9A6C-44A6-B9A1-1D8DF2F1B3EC}" type="presOf" srcId="{137FAEC8-B1AE-4CD4-B6A8-733D8A1ACC53}" destId="{4004F0E0-14BC-409F-9C52-0E8B2F1B625F}" srcOrd="0" destOrd="0" presId="urn:microsoft.com/office/officeart/2005/8/layout/vList2"/>
    <dgm:cxn modelId="{F197CD99-8F8F-4E64-AC74-206CE65732ED}" type="presOf" srcId="{EDCA3F4A-F7A1-4D91-BF3B-FA626C83CB10}" destId="{09E87734-5520-49F9-A61A-7BFE46AABF34}" srcOrd="0" destOrd="0" presId="urn:microsoft.com/office/officeart/2005/8/layout/vList2"/>
    <dgm:cxn modelId="{3FE91E9F-49EB-4162-BDEF-B12DA343CA8E}" srcId="{08C5620D-152A-4AB9-9F1D-AACA858352D5}" destId="{B828D73F-8130-4B4F-9572-16B2864D18EE}" srcOrd="3" destOrd="0" parTransId="{2E9D0D4F-FC3B-4BF6-B8F4-FC81B54167F2}" sibTransId="{54E2FCC6-B156-4CDF-B5BF-6FC46BCEDC55}"/>
    <dgm:cxn modelId="{7191409F-7EDE-45BD-A6B4-8BA1BDABB0E3}" srcId="{08C5620D-152A-4AB9-9F1D-AACA858352D5}" destId="{EDCA3F4A-F7A1-4D91-BF3B-FA626C83CB10}" srcOrd="6" destOrd="0" parTransId="{E9693187-5B17-43E3-BA6E-69E9E9BEF533}" sibTransId="{7961C441-2E7D-4507-84CE-4BCD89F89971}"/>
    <dgm:cxn modelId="{6CF80AA3-1D41-4A35-B543-79146A83F2DB}" type="presOf" srcId="{EBC24022-F74C-44D4-B421-78DBA0FDC453}" destId="{6D8FE49D-26DA-4425-8C7E-DCE94839AD71}" srcOrd="0" destOrd="0" presId="urn:microsoft.com/office/officeart/2005/8/layout/vList2"/>
    <dgm:cxn modelId="{52F7C1AF-C0B0-4A69-B1BF-C295E5BD72CA}" type="presOf" srcId="{365D7F74-FFE5-482B-9D98-39CA7CA0513A}" destId="{8694ED8D-E215-4D76-857D-83338FC1B4B1}" srcOrd="0" destOrd="0" presId="urn:microsoft.com/office/officeart/2005/8/layout/vList2"/>
    <dgm:cxn modelId="{397ECAB7-B016-4663-B04D-F0803B2B1935}" type="presOf" srcId="{08C5620D-152A-4AB9-9F1D-AACA858352D5}" destId="{072A07C3-6AAB-445D-80A7-249A004FADB9}" srcOrd="0" destOrd="0" presId="urn:microsoft.com/office/officeart/2005/8/layout/vList2"/>
    <dgm:cxn modelId="{FC269EB8-E7BD-49A0-A569-CE61E35AE8B1}" type="presOf" srcId="{F4127BAC-F723-4BA7-9F31-71AEC6B631B0}" destId="{8668C22C-39F1-4F13-A3C8-96243DD7C753}" srcOrd="0" destOrd="0" presId="urn:microsoft.com/office/officeart/2005/8/layout/vList2"/>
    <dgm:cxn modelId="{A7D068BE-3F4B-4DF9-8382-2F38ECAC692B}" type="presOf" srcId="{B828D73F-8130-4B4F-9572-16B2864D18EE}" destId="{13E21948-DA44-46B3-AA3C-E6B0F852DB03}" srcOrd="0" destOrd="0" presId="urn:microsoft.com/office/officeart/2005/8/layout/vList2"/>
    <dgm:cxn modelId="{76DB26C0-25FC-4866-9B56-B2C41B3752E9}" srcId="{08C5620D-152A-4AB9-9F1D-AACA858352D5}" destId="{CCFA23D5-5993-4ECA-BE3A-2DD40B250D1E}" srcOrd="0" destOrd="0" parTransId="{D68A4B32-0F07-466D-9BDF-7083AE5D2F79}" sibTransId="{5B706BBD-61DC-4B23-A214-3BEFAFEBF922}"/>
    <dgm:cxn modelId="{4086CBED-1FE7-4FD8-B47C-085AA9E39C11}" type="presOf" srcId="{76735826-E973-4461-95C0-C88F512E1F7D}" destId="{C382A85B-1FCD-4742-AEFF-AABAB6C07C4A}" srcOrd="0" destOrd="0" presId="urn:microsoft.com/office/officeart/2005/8/layout/vList2"/>
    <dgm:cxn modelId="{923D6590-C226-4471-B031-E45873686BE4}" type="presParOf" srcId="{072A07C3-6AAB-445D-80A7-249A004FADB9}" destId="{75A111A7-2BD5-4054-BB07-59677DF236E4}" srcOrd="0" destOrd="0" presId="urn:microsoft.com/office/officeart/2005/8/layout/vList2"/>
    <dgm:cxn modelId="{E6C378E4-13AD-4EDD-AD57-C7A7B00D9EBD}" type="presParOf" srcId="{072A07C3-6AAB-445D-80A7-249A004FADB9}" destId="{2BE242A3-E831-4DCE-B383-B4B2C076C70C}" srcOrd="1" destOrd="0" presId="urn:microsoft.com/office/officeart/2005/8/layout/vList2"/>
    <dgm:cxn modelId="{6A708BA2-6045-4FDD-AA29-FFCCDA44998A}" type="presParOf" srcId="{072A07C3-6AAB-445D-80A7-249A004FADB9}" destId="{8694ED8D-E215-4D76-857D-83338FC1B4B1}" srcOrd="2" destOrd="0" presId="urn:microsoft.com/office/officeart/2005/8/layout/vList2"/>
    <dgm:cxn modelId="{BE2EA13B-EC5A-4247-8A38-287106749BD6}" type="presParOf" srcId="{072A07C3-6AAB-445D-80A7-249A004FADB9}" destId="{EA64E464-7D77-455D-ACFC-01A130F78390}" srcOrd="3" destOrd="0" presId="urn:microsoft.com/office/officeart/2005/8/layout/vList2"/>
    <dgm:cxn modelId="{91E85F48-156E-4469-A089-4BAFE4D9034E}" type="presParOf" srcId="{072A07C3-6AAB-445D-80A7-249A004FADB9}" destId="{4004F0E0-14BC-409F-9C52-0E8B2F1B625F}" srcOrd="4" destOrd="0" presId="urn:microsoft.com/office/officeart/2005/8/layout/vList2"/>
    <dgm:cxn modelId="{B02E6483-66A6-4D07-AD61-3741C1282C74}" type="presParOf" srcId="{072A07C3-6AAB-445D-80A7-249A004FADB9}" destId="{42DB485E-0DA8-48DB-8A88-EB16A33EEEF7}" srcOrd="5" destOrd="0" presId="urn:microsoft.com/office/officeart/2005/8/layout/vList2"/>
    <dgm:cxn modelId="{92FCE666-A810-4E42-BB87-DBFA50F65A93}" type="presParOf" srcId="{072A07C3-6AAB-445D-80A7-249A004FADB9}" destId="{13E21948-DA44-46B3-AA3C-E6B0F852DB03}" srcOrd="6" destOrd="0" presId="urn:microsoft.com/office/officeart/2005/8/layout/vList2"/>
    <dgm:cxn modelId="{2E4EC03E-3E1D-485F-8671-3AD6FA2D1225}" type="presParOf" srcId="{072A07C3-6AAB-445D-80A7-249A004FADB9}" destId="{12924ED0-FEEA-4DCA-93F7-80556D2D11BE}" srcOrd="7" destOrd="0" presId="urn:microsoft.com/office/officeart/2005/8/layout/vList2"/>
    <dgm:cxn modelId="{2F18F362-EA30-4177-9DC9-266E5CC78369}" type="presParOf" srcId="{072A07C3-6AAB-445D-80A7-249A004FADB9}" destId="{C382A85B-1FCD-4742-AEFF-AABAB6C07C4A}" srcOrd="8" destOrd="0" presId="urn:microsoft.com/office/officeart/2005/8/layout/vList2"/>
    <dgm:cxn modelId="{CCCE3095-4C37-41D0-883E-63128D07B577}" type="presParOf" srcId="{072A07C3-6AAB-445D-80A7-249A004FADB9}" destId="{0E9CEE8A-2854-446B-9641-7A6097802030}" srcOrd="9" destOrd="0" presId="urn:microsoft.com/office/officeart/2005/8/layout/vList2"/>
    <dgm:cxn modelId="{1A9026EE-8667-4188-88EC-C3669312C19A}" type="presParOf" srcId="{072A07C3-6AAB-445D-80A7-249A004FADB9}" destId="{6D8FE49D-26DA-4425-8C7E-DCE94839AD71}" srcOrd="10" destOrd="0" presId="urn:microsoft.com/office/officeart/2005/8/layout/vList2"/>
    <dgm:cxn modelId="{F877F8E9-F50E-490D-AAE4-F11B8AE5FD07}" type="presParOf" srcId="{072A07C3-6AAB-445D-80A7-249A004FADB9}" destId="{6AB7D1FF-0E3B-4C3F-BD9E-BCB7095F48F1}" srcOrd="11" destOrd="0" presId="urn:microsoft.com/office/officeart/2005/8/layout/vList2"/>
    <dgm:cxn modelId="{76AC8752-62F9-41C7-BD22-2FD4975BE378}" type="presParOf" srcId="{072A07C3-6AAB-445D-80A7-249A004FADB9}" destId="{09E87734-5520-49F9-A61A-7BFE46AABF34}" srcOrd="12" destOrd="0" presId="urn:microsoft.com/office/officeart/2005/8/layout/vList2"/>
    <dgm:cxn modelId="{FC938905-F889-414A-B51E-4E8F86E635FE}" type="presParOf" srcId="{072A07C3-6AAB-445D-80A7-249A004FADB9}" destId="{BE705CF8-4BBE-4F21-8F4A-F7B329CA02E3}" srcOrd="13" destOrd="0" presId="urn:microsoft.com/office/officeart/2005/8/layout/vList2"/>
    <dgm:cxn modelId="{1D51B0D5-3FAC-455A-B926-26D613869CA2}" type="presParOf" srcId="{072A07C3-6AAB-445D-80A7-249A004FADB9}" destId="{8668C22C-39F1-4F13-A3C8-96243DD7C753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A111A7-2BD5-4054-BB07-59677DF236E4}">
      <dsp:nvSpPr>
        <dsp:cNvPr id="0" name=""/>
        <dsp:cNvSpPr/>
      </dsp:nvSpPr>
      <dsp:spPr>
        <a:xfrm>
          <a:off x="0" y="8469"/>
          <a:ext cx="10504557" cy="4914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Docs/presentations/W03_PRESENTATION.pptx</a:t>
          </a:r>
        </a:p>
      </dsp:txBody>
      <dsp:txXfrm>
        <a:off x="23988" y="32457"/>
        <a:ext cx="10456581" cy="443424"/>
      </dsp:txXfrm>
    </dsp:sp>
    <dsp:sp modelId="{8694ED8D-E215-4D76-857D-83338FC1B4B1}">
      <dsp:nvSpPr>
        <dsp:cNvPr id="0" name=""/>
        <dsp:cNvSpPr/>
      </dsp:nvSpPr>
      <dsp:spPr>
        <a:xfrm>
          <a:off x="0" y="557469"/>
          <a:ext cx="10504557" cy="49140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docs/sprints/W03/plan.md</a:t>
          </a:r>
        </a:p>
      </dsp:txBody>
      <dsp:txXfrm>
        <a:off x="23988" y="581457"/>
        <a:ext cx="10456581" cy="443424"/>
      </dsp:txXfrm>
    </dsp:sp>
    <dsp:sp modelId="{4004F0E0-14BC-409F-9C52-0E8B2F1B625F}">
      <dsp:nvSpPr>
        <dsp:cNvPr id="0" name=""/>
        <dsp:cNvSpPr/>
      </dsp:nvSpPr>
      <dsp:spPr>
        <a:xfrm>
          <a:off x="0" y="1106469"/>
          <a:ext cx="10504557" cy="49140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runs\RunCommands\Run_0_Commands.csv</a:t>
          </a:r>
        </a:p>
      </dsp:txBody>
      <dsp:txXfrm>
        <a:off x="23988" y="1130457"/>
        <a:ext cx="10456581" cy="443424"/>
      </dsp:txXfrm>
    </dsp:sp>
    <dsp:sp modelId="{13E21948-DA44-46B3-AA3C-E6B0F852DB03}">
      <dsp:nvSpPr>
        <dsp:cNvPr id="0" name=""/>
        <dsp:cNvSpPr/>
      </dsp:nvSpPr>
      <dsp:spPr>
        <a:xfrm>
          <a:off x="0" y="1655469"/>
          <a:ext cx="10504557" cy="4914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 </a:t>
          </a:r>
          <a:r>
            <a:rPr lang="en-US" sz="2000" kern="1200" dirty="0" err="1"/>
            <a:t>old_model</a:t>
          </a:r>
          <a:r>
            <a:rPr lang="en-US" sz="2000" kern="1200" dirty="0"/>
            <a:t> branch :  sim/Codrone4.27/TestAirSim3/Plugins/</a:t>
          </a:r>
          <a:r>
            <a:rPr lang="en-US" sz="2000" kern="1200" dirty="0" err="1"/>
            <a:t>Airsim</a:t>
          </a:r>
          <a:endParaRPr lang="en-US" sz="2000" kern="1200" dirty="0"/>
        </a:p>
      </dsp:txBody>
      <dsp:txXfrm>
        <a:off x="23988" y="1679457"/>
        <a:ext cx="10456581" cy="443424"/>
      </dsp:txXfrm>
    </dsp:sp>
    <dsp:sp modelId="{C382A85B-1FCD-4742-AEFF-AABAB6C07C4A}">
      <dsp:nvSpPr>
        <dsp:cNvPr id="0" name=""/>
        <dsp:cNvSpPr/>
      </dsp:nvSpPr>
      <dsp:spPr>
        <a:xfrm>
          <a:off x="0" y="2204469"/>
          <a:ext cx="10504557" cy="491400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runs/</a:t>
          </a:r>
          <a:r>
            <a:rPr lang="en-US" sz="2000" kern="1200" dirty="0" err="1"/>
            <a:t>startup.json</a:t>
          </a:r>
          <a:endParaRPr lang="en-US" sz="2000" kern="1200" dirty="0"/>
        </a:p>
      </dsp:txBody>
      <dsp:txXfrm>
        <a:off x="23988" y="2228457"/>
        <a:ext cx="10456581" cy="443424"/>
      </dsp:txXfrm>
    </dsp:sp>
    <dsp:sp modelId="{6D8FE49D-26DA-4425-8C7E-DCE94839AD71}">
      <dsp:nvSpPr>
        <dsp:cNvPr id="0" name=""/>
        <dsp:cNvSpPr/>
      </dsp:nvSpPr>
      <dsp:spPr>
        <a:xfrm>
          <a:off x="0" y="2753469"/>
          <a:ext cx="10504557" cy="4914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 sdk</a:t>
          </a:r>
          <a:r>
            <a:rPr lang="en-US" sz="200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/UserControl.py</a:t>
          </a:r>
        </a:p>
      </dsp:txBody>
      <dsp:txXfrm>
        <a:off x="23988" y="2777457"/>
        <a:ext cx="10456581" cy="443424"/>
      </dsp:txXfrm>
    </dsp:sp>
    <dsp:sp modelId="{09E87734-5520-49F9-A61A-7BFE46AABF34}">
      <dsp:nvSpPr>
        <dsp:cNvPr id="0" name=""/>
        <dsp:cNvSpPr/>
      </dsp:nvSpPr>
      <dsp:spPr>
        <a:xfrm>
          <a:off x="0" y="3302469"/>
          <a:ext cx="10504557" cy="49140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3d Drone Model inside Project</a:t>
          </a:r>
        </a:p>
      </dsp:txBody>
      <dsp:txXfrm>
        <a:off x="23988" y="3326457"/>
        <a:ext cx="10456581" cy="443424"/>
      </dsp:txXfrm>
    </dsp:sp>
    <dsp:sp modelId="{8668C22C-39F1-4F13-A3C8-96243DD7C753}">
      <dsp:nvSpPr>
        <dsp:cNvPr id="0" name=""/>
        <dsp:cNvSpPr/>
      </dsp:nvSpPr>
      <dsp:spPr>
        <a:xfrm>
          <a:off x="0" y="3851469"/>
          <a:ext cx="10504557" cy="49140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FFFFFF"/>
              </a:solidFill>
              <a:latin typeface="Aptos"/>
              <a:ea typeface="+mn-ea"/>
              <a:cs typeface="+mn-cs"/>
            </a:rPr>
            <a:t>Updated docs/Protocols.md(to reflect actual implemented Messages)</a:t>
          </a:r>
        </a:p>
      </dsp:txBody>
      <dsp:txXfrm>
        <a:off x="23988" y="3875457"/>
        <a:ext cx="10456581" cy="4434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9BC318-CBBA-44F7-92E6-5D3B8717FDA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EE17CE-C29A-402B-A3D2-8CA3BD10EA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08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EE17CE-C29A-402B-A3D2-8CA3BD10EA5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41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7C90-65FD-943F-24C2-7FB0DCC46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39BFF-BCD1-F905-A2B2-16ECD1031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6C8C2-A74B-A355-F8AB-0054D30EC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01417-437E-13F3-D061-E960CFC2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F5AE3-6C80-8BB9-E0F6-9D9FDD9C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804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0AC20-39EF-0856-9352-EAE7DA38D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BE427-5D73-BE16-E119-77B0A110C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D98CA-B93A-5ABF-5FFE-DFD3802D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CBBBF-5451-900F-68CE-4C31220B1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BF716-1658-0D34-5855-747EC6AD0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583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C9803-25C5-C183-5DC4-D3FF1BC3C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B4700A-6222-9372-F49E-73736C53B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91664-5E35-C6C2-D03B-370D5192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2EE93-CDDE-62EA-AEFE-0E6C487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D0ECB-074F-75D0-1FA5-1C06FD20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79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D9DD-70E7-A3ED-9DAD-A94F29FB7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D631C-BE50-9A27-B8F3-94B839837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535A54-AC5C-F41D-A906-F5572AA275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78543-8DC3-DC31-9E60-B80970F94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9DA9A2-41B7-005D-4D8B-7FA2174D9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E0ABB-5BB8-C701-F892-1326CBFC7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01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6074-D1C1-0BA5-7636-D972950C0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7E6CD-8D74-43D0-D8C0-BC5D38D56B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BD0D59-2C65-A9B1-0C65-F6F5EFA502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05C86-F12D-7DAC-5748-11C7C647C6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218E39-E5C7-77D2-25F6-70D2989067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2293A4-FDA3-8FD0-28ED-48D93D5B4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DBBA9F-782E-9F59-875C-1C867C12A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07F8FB-24E7-483D-ECEC-5E1142AAB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714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EDB4-2FBE-4C73-B9FF-7D1348E2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9AA3A0-DBE5-F00D-6EEE-08CECB66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90750-04B9-D507-F920-4F4956C3D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D1A00A-04F7-2319-E83B-E37634C9E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978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1757F2-AE24-AC30-8D7D-C6A08D70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0B0A75-EA36-B242-0B73-9E4CD52E3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173A32-8F62-8C03-F559-1A6374F0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1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46DC-6222-6D49-9C7F-5947036B2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DB881-A5B6-343E-58AB-67B3F44D9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95E94-C75C-AC35-6FAE-113CE1F44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D7C837-08AF-FBE3-1986-446E2485F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D96B20-2BDA-67AD-4165-77833282C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C127C-6BBF-EFCA-FE04-3F66A939B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63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3BE3-9A33-E139-B777-D52229A82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76054-DF72-9345-83EE-877BB100D2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5B53CA-34E1-9DE7-B9C7-91858C154B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EA21-898A-E9CA-9314-B217FF90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045F1-07E6-2AAC-B2D5-74EA758E1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F8485-D86E-7A1A-CE2E-07CB32983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52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9E2B4-D753-1ECF-2971-BCCF9802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D8702D-1566-E3FA-D829-FC15D215C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74E7E-90C4-B497-5DAA-9DF28D363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58504-93E4-4EED-1A8C-3F643961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9F7F4-F71E-4411-CB19-6B37FD9F2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508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0FF995-D29C-3076-AB14-650EE20FE8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C9C21D-A6AF-0A9D-B0CC-D800A9705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2F885-0546-EF27-C489-B0231963D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C6A5DF-0E47-0137-5DD5-334F20C08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67BEE-76D8-D162-84C8-05E8836E5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727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098F9-3DCB-9117-2AC3-C8DC67CB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8B2FD8-5642-F775-1BD6-F7534CECD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31A3E-AFDC-BF10-5C94-26FFFAD34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11E731-7C35-4F3A-86C7-28C15E898D8A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317B0-3F2D-ED41-2428-593CCE022A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B98CAA-AE9A-914A-D632-9E72F3B1F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31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B51ED7-DEB9-0F61-16D8-354982F39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rgbClr val="FFFFFF"/>
                </a:solidFill>
              </a:rPr>
              <a:t>CSDP-499 Codrone Sim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6BD4CD-0A00-3EFA-E31C-3D03553E2B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Week #3 </a:t>
            </a:r>
          </a:p>
          <a:p>
            <a:r>
              <a:rPr lang="en-US" sz="2200" dirty="0">
                <a:solidFill>
                  <a:srgbClr val="FFFFFF"/>
                </a:solidFill>
              </a:rPr>
              <a:t>Nyles, Muna, Ali, Success, </a:t>
            </a:r>
            <a:r>
              <a:rPr lang="en-US" sz="2200" dirty="0" err="1">
                <a:solidFill>
                  <a:srgbClr val="FFFFFF"/>
                </a:solidFill>
              </a:rPr>
              <a:t>Sopuru</a:t>
            </a:r>
            <a:endParaRPr lang="en-US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944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AAA9A8-0F0E-D8E9-E3A4-B11F70048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300F-26AC-12A9-C7D0-B1663DC7AF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6789"/>
            <a:ext cx="10515600" cy="3590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project is student project where our goal is to create an unreal simulation of a drone controlled through a python script in an unreal simulation.</a:t>
            </a:r>
          </a:p>
          <a:p>
            <a:pPr marL="0" indent="0">
              <a:buNone/>
            </a:pPr>
            <a:r>
              <a:rPr lang="en-US" dirty="0"/>
              <a:t> - Education </a:t>
            </a:r>
          </a:p>
          <a:p>
            <a:pPr>
              <a:buFontTx/>
              <a:buChar char="-"/>
            </a:pPr>
            <a:r>
              <a:rPr lang="en-US" dirty="0"/>
              <a:t>Recreation </a:t>
            </a:r>
          </a:p>
          <a:p>
            <a:pPr>
              <a:buFontTx/>
              <a:buChar char="-"/>
            </a:pPr>
            <a:r>
              <a:rPr lang="en-US" dirty="0"/>
              <a:t>Test run of a product 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503420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C5093-C945-D237-F7A4-9F698FF87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R1 </a:t>
            </a:r>
            <a:r>
              <a:rPr lang="en-US" sz="4800" dirty="0" err="1"/>
              <a:t>Interagator</a:t>
            </a:r>
            <a:r>
              <a:rPr lang="en-US" sz="4800" dirty="0"/>
              <a:t> - Muna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F61E2-D8DC-C52B-D9D1-F754AC55E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dirty="0"/>
              <a:t>Task:  Sprint Leading</a:t>
            </a:r>
          </a:p>
          <a:p>
            <a:pPr marL="0" indent="0">
              <a:buNone/>
            </a:pPr>
            <a:r>
              <a:rPr lang="en-US" dirty="0"/>
              <a:t>	Sprint planning with Stories</a:t>
            </a:r>
          </a:p>
          <a:p>
            <a:pPr marL="0" indent="0">
              <a:buNone/>
            </a:pPr>
            <a:r>
              <a:rPr lang="en-US" dirty="0"/>
              <a:t>	Sprint Retrospective and Review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266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757F21-1796-90F8-9834-6F8471663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38F5BC7-7B3D-0A97-BF17-84F42007C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6CE55B4-059F-06E1-1C6E-78BBC736F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D388B9D-1324-89D8-33B9-A76CFDB4A3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38BFCC4-3C81-66BF-E49D-536F41AB9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285D1CD-401D-9ED8-8964-300EFE679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70BF983-183C-5337-ACB2-71C12413A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418F5-BC08-67E3-C06F-A14F2FF5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Build - Ali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242FA-B336-16FE-0D47-0A2CB9E90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293" y="2356163"/>
            <a:ext cx="10617054" cy="4504884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Role Responsibilities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Ensure the project can run on another machine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• Maintain the build status documentation</a:t>
            </a:r>
            <a:endParaRPr lang="en-US"/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Work Completed This Week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Packaged the Unreal Engine project into a Windows development build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Verified the packaged build runs successfully on the Golden Machine</a:t>
            </a:r>
            <a:endParaRPr lang="en-US" dirty="0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Verified the build runs on a secondary machine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Created a downloadable build artifact (GitHub Release)</a:t>
            </a:r>
            <a:endParaRPr lang="en-US"/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Build Artifact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Windows packaged build available via GitHub Release</a:t>
            </a:r>
            <a:endParaRPr lang="en-US"/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Result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✔ Reproducible build workflow established</a:t>
            </a:r>
            <a:endParaRPr lang="en-US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84904E-73E0-4BAD-39C4-27FC5B26D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474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5A6FA5-ACBA-3482-7E08-EDE0FFABC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88234-A21A-892B-A96E-DA24420B1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R3 World - Success</a:t>
            </a:r>
          </a:p>
        </p:txBody>
      </p:sp>
      <p:sp>
        <p:nvSpPr>
          <p:cNvPr id="6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001DD-729E-6CD7-3359-000D332D2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Create/acquire a drone model and give it a spawn point</a:t>
            </a:r>
          </a:p>
          <a:p>
            <a:r>
              <a:rPr lang="en-US" sz="2200"/>
              <a:t>- Attaching a 3rd-person camera for the drone</a:t>
            </a:r>
          </a:p>
          <a:p>
            <a:pPr marL="0" indent="0">
              <a:buNone/>
            </a:pPr>
            <a:endParaRPr lang="en-US" sz="220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463279-6A66-216D-1669-F4E6230A63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596" t="1923" r="25926" b="15379"/>
          <a:stretch>
            <a:fillRect/>
          </a:stretch>
        </p:blipFill>
        <p:spPr>
          <a:xfrm>
            <a:off x="4650222" y="10"/>
            <a:ext cx="7510126" cy="6875556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4929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6EA74-A2BB-65BE-AEBC-5FBFB3554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EA350138-AA05-9536-1F42-6EB730B62A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2AC580B-47AD-9B98-C773-92EEA4775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E4715B3-7847-F32D-B7A7-F016E2BC7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E1CD153-57D7-95E5-413E-599507DC3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3A98970-101A-B260-8C8F-30B641054E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447593AF-989F-9D69-9246-2335AF9ED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0A7011-D0E8-6EFB-525F-042665A08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R4 API\SDK - </a:t>
            </a:r>
            <a:r>
              <a:rPr lang="en-US" sz="4800" dirty="0" err="1"/>
              <a:t>Sopuru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0B333-9C49-ADA5-A722-D69D4597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Task: </a:t>
            </a:r>
          </a:p>
          <a:p>
            <a:pPr lvl="1">
              <a:buFontTx/>
              <a:buChar char="-"/>
            </a:pPr>
            <a:r>
              <a:rPr lang="en-US" sz="2000" dirty="0"/>
              <a:t>Set up SDK in The project</a:t>
            </a:r>
          </a:p>
          <a:p>
            <a:pPr lvl="1">
              <a:buFontTx/>
              <a:buChar char="-"/>
            </a:pPr>
            <a:r>
              <a:rPr lang="en-US" sz="2000" dirty="0"/>
              <a:t>Created the test </a:t>
            </a:r>
            <a:r>
              <a:rPr lang="en-US" sz="2000" dirty="0" err="1"/>
              <a:t>old_model</a:t>
            </a:r>
            <a:r>
              <a:rPr lang="en-US" sz="2000" dirty="0"/>
              <a:t> branch to verify how it functions</a:t>
            </a:r>
          </a:p>
          <a:p>
            <a:pPr lvl="1">
              <a:buFontTx/>
              <a:buChar char="-"/>
            </a:pPr>
            <a:r>
              <a:rPr lang="en-US" sz="2000" dirty="0" err="1"/>
              <a:t>Etc</a:t>
            </a:r>
            <a:r>
              <a:rPr lang="en-US" sz="2000" dirty="0"/>
              <a:t>…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E714384-EA32-7D78-3F34-3213E7EA5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4077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642EF-0885-A630-E27F-7ECB6C41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49390AF-5576-EB48-6919-2637ADCFB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62ADA22-958E-E4C3-758A-EA874E75E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E511FE6-A4FE-9525-5B16-9E97DAC4B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4048BEB-CC25-21C7-B5E4-E733A2E103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3243AE-7FB3-E4A3-4767-36C715A91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804BC9C-7EA2-947E-3E7E-A9A429F6F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906A2A-9791-8C00-B103-57A4413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R5 SDK </a:t>
            </a:r>
            <a:r>
              <a:rPr lang="en-US" sz="4800"/>
              <a:t>- Nyles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C9650-C838-B522-19E0-D4B0B9643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 lnSpcReduction="10000"/>
          </a:bodyPr>
          <a:lstStyle/>
          <a:p>
            <a:r>
              <a:rPr lang="en-US" dirty="0"/>
              <a:t>Task: 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sz="2800" dirty="0"/>
              <a:t>Create Python script that handles user commands.</a:t>
            </a:r>
          </a:p>
          <a:p>
            <a:pPr marL="0" indent="0">
              <a:buNone/>
            </a:pPr>
            <a:r>
              <a:rPr lang="en-US" dirty="0"/>
              <a:t>	Create the output folders "run" and the command csv(s)</a:t>
            </a:r>
          </a:p>
          <a:p>
            <a:r>
              <a:rPr lang="en-US" dirty="0"/>
              <a:t>Task: </a:t>
            </a:r>
          </a:p>
          <a:p>
            <a:pPr marL="0" indent="0">
              <a:buNone/>
            </a:pPr>
            <a:r>
              <a:rPr lang="en-US" dirty="0"/>
              <a:t>	Implement the commands: close(), </a:t>
            </a:r>
            <a:r>
              <a:rPr lang="en-US" dirty="0" err="1"/>
              <a:t>statePulling</a:t>
            </a:r>
            <a:r>
              <a:rPr lang="en-US" dirty="0"/>
              <a:t>(), 	</a:t>
            </a:r>
            <a:r>
              <a:rPr lang="en-US" dirty="0" err="1"/>
              <a:t>takeof</a:t>
            </a:r>
            <a:r>
              <a:rPr lang="en-US" dirty="0"/>
              <a:t>(), hover() and land()</a:t>
            </a:r>
            <a:br>
              <a:rPr lang="en-US" dirty="0"/>
            </a:br>
            <a:endParaRPr lang="en-US" sz="2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4DF824-7BE4-F76D-A615-077ABCB6C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81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B299CAB-C506-454B-90FC-406572829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99311-F254-40F1-8AB5-EE3E7B9B6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17585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CCFE0-7D1B-F1DB-908A-76054C437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6054" y="1070149"/>
            <a:ext cx="8959893" cy="1004836"/>
          </a:xfrm>
        </p:spPr>
        <p:txBody>
          <a:bodyPr anchor="ctr">
            <a:normAutofit/>
          </a:bodyPr>
          <a:lstStyle/>
          <a:p>
            <a:pPr algn="ctr"/>
            <a:r>
              <a:rPr lang="en-US" sz="3200">
                <a:solidFill>
                  <a:srgbClr val="595959"/>
                </a:solidFill>
              </a:rPr>
              <a:t>Retrospective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D89E3CB-00ED-4691-9F0F-F23EA3564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016" y="2444376"/>
            <a:ext cx="10824184" cy="3727824"/>
          </a:xfrm>
          <a:prstGeom prst="rect">
            <a:avLst/>
          </a:prstGeom>
          <a:solidFill>
            <a:schemeClr val="accent2">
              <a:lumMod val="20000"/>
              <a:lumOff val="80000"/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3ACA-2621-6205-0C27-087DE2B15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6054" y="2768321"/>
            <a:ext cx="8959892" cy="2828543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What Worked:</a:t>
            </a:r>
          </a:p>
          <a:p>
            <a:pPr lvl="1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Documentation on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Airsim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is more abundant than we thought.</a:t>
            </a:r>
          </a:p>
          <a:p>
            <a:pPr lvl="1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 lot can be done in Unreal without writing a single line of code </a:t>
            </a:r>
          </a:p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What Didn’t Work:</a:t>
            </a:r>
          </a:p>
          <a:p>
            <a:pPr lvl="1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Microsoft Air sim was going to continue being a challenge:</a:t>
            </a:r>
          </a:p>
          <a:p>
            <a:pPr lvl="2"/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Older and out of date. </a:t>
            </a:r>
          </a:p>
          <a:p>
            <a:pPr lvl="3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Need to use python 3.9 and Unreal 4.27</a:t>
            </a:r>
          </a:p>
          <a:p>
            <a:pPr lvl="2"/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Project </a:t>
            </a:r>
            <a:r>
              <a:rPr 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AirSim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fixes this</a:t>
            </a:r>
          </a:p>
          <a:p>
            <a:pPr lvl="3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Still being supported</a:t>
            </a:r>
          </a:p>
          <a:p>
            <a:pPr lvl="3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Works with modern  unreal</a:t>
            </a:r>
          </a:p>
        </p:txBody>
      </p:sp>
    </p:spTree>
    <p:extLst>
      <p:ext uri="{BB962C8B-B14F-4D97-AF65-F5344CB8AC3E}">
        <p14:creationId xmlns:p14="http://schemas.microsoft.com/office/powerpoint/2010/main" val="3353221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7AF4BD-C9E6-DD9E-8AD0-9DAD0F651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Deliverables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CB9FB94D-28CA-B8AF-E99E-B55D357338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0727792"/>
              </p:ext>
            </p:extLst>
          </p:nvPr>
        </p:nvGraphicFramePr>
        <p:xfrm>
          <a:off x="805068" y="1648929"/>
          <a:ext cx="10504557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97113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B99161-CF3F-3482-840E-537563027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What we plan to change next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1ADEC-A271-6C08-CE13-326274AD1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Migrate to Project </a:t>
            </a:r>
            <a:r>
              <a:rPr lang="en-US" sz="2000" dirty="0" err="1"/>
              <a:t>AirSim</a:t>
            </a:r>
            <a:endParaRPr lang="en-US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The Successor to Microsoft </a:t>
            </a:r>
            <a:r>
              <a:rPr lang="en-US" sz="1600" dirty="0" err="1"/>
              <a:t>Airsim</a:t>
            </a:r>
            <a:r>
              <a:rPr lang="en-US" sz="1600" dirty="0"/>
              <a:t> Managed by IAMAI.</a:t>
            </a:r>
          </a:p>
          <a:p>
            <a:pPr marL="457200" lvl="1" indent="0">
              <a:buNone/>
            </a:pPr>
            <a:r>
              <a:rPr lang="en-US" sz="1600" dirty="0"/>
              <a:t>That’s pretty much it!!</a:t>
            </a:r>
          </a:p>
          <a:p>
            <a:pPr marL="457200" lvl="1" indent="0">
              <a:buNone/>
            </a:pPr>
            <a:endParaRPr lang="en-US" sz="2000" dirty="0"/>
          </a:p>
          <a:p>
            <a:pPr marL="914400" lvl="2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8493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1277</TotalTime>
  <Words>421</Words>
  <Application>Microsoft Office PowerPoint</Application>
  <PresentationFormat>Widescreen</PresentationFormat>
  <Paragraphs>65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Office Theme</vt:lpstr>
      <vt:lpstr>CSDP-499 Codrone Sim</vt:lpstr>
      <vt:lpstr>Intro</vt:lpstr>
      <vt:lpstr>R1 Interagator - Muna</vt:lpstr>
      <vt:lpstr>Build - Ali</vt:lpstr>
      <vt:lpstr>R3 World - Success</vt:lpstr>
      <vt:lpstr>R4 API\SDK - Sopuru</vt:lpstr>
      <vt:lpstr>R5 SDK - Nyles</vt:lpstr>
      <vt:lpstr>Retrospective</vt:lpstr>
      <vt:lpstr>Deliverables</vt:lpstr>
      <vt:lpstr>What we plan to change next sprint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Burton, Nyles C</dc:creator>
  <cp:lastModifiedBy>Burton, Nyles C</cp:lastModifiedBy>
  <cp:revision>7</cp:revision>
  <dcterms:created xsi:type="dcterms:W3CDTF">2026-02-24T19:48:45Z</dcterms:created>
  <dcterms:modified xsi:type="dcterms:W3CDTF">2026-03-06T16:28:03Z</dcterms:modified>
</cp:coreProperties>
</file>