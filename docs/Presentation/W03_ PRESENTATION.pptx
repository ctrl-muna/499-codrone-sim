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65" r:id="rId5"/>
    <p:sldId id="266" r:id="rId6"/>
    <p:sldId id="267" r:id="rId7"/>
    <p:sldId id="262" r:id="rId8"/>
    <p:sldId id="268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7" d="100"/>
          <a:sy n="77" d="100"/>
        </p:scale>
        <p:origin x="88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8C5620D-152A-4AB9-9F1D-AACA858352D5}" type="doc">
      <dgm:prSet loTypeId="urn:microsoft.com/office/officeart/2005/8/layout/vList2" loCatId="list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365D7F74-FFE5-482B-9D98-39CA7CA0513A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23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docs/sprints/W03/plan.md</a:t>
          </a:r>
        </a:p>
      </dgm:t>
    </dgm:pt>
    <dgm:pt modelId="{D17DA32A-B04F-4970-8E9F-C0DF6828DE5B}" type="parTrans" cxnId="{43C3301C-6277-4228-9AF5-835ADEB7A39C}">
      <dgm:prSet/>
      <dgm:spPr/>
      <dgm:t>
        <a:bodyPr/>
        <a:lstStyle/>
        <a:p>
          <a:endParaRPr lang="en-US"/>
        </a:p>
      </dgm:t>
    </dgm:pt>
    <dgm:pt modelId="{21339A53-A261-43CF-94D6-54DE839026A4}" type="sibTrans" cxnId="{43C3301C-6277-4228-9AF5-835ADEB7A39C}">
      <dgm:prSet/>
      <dgm:spPr/>
      <dgm:t>
        <a:bodyPr/>
        <a:lstStyle/>
        <a:p>
          <a:endParaRPr lang="en-US"/>
        </a:p>
      </dgm:t>
    </dgm:pt>
    <dgm:pt modelId="{EBC24022-F74C-44D4-B421-78DBA0FDC453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2300" b="1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</a:t>
          </a:r>
          <a:r>
            <a:rPr lang="en-US" sz="23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examples/00_sdk_smoke.py</a:t>
          </a:r>
        </a:p>
      </dgm:t>
    </dgm:pt>
    <dgm:pt modelId="{2DC771CA-2899-4F94-89F6-EED97E2DB446}" type="parTrans" cxnId="{1EA71A30-8CEE-4080-870A-60B941815164}">
      <dgm:prSet/>
      <dgm:spPr/>
      <dgm:t>
        <a:bodyPr/>
        <a:lstStyle/>
        <a:p>
          <a:endParaRPr lang="en-US"/>
        </a:p>
      </dgm:t>
    </dgm:pt>
    <dgm:pt modelId="{649E8D30-3117-4174-9932-2B174D813E15}" type="sibTrans" cxnId="{1EA71A30-8CEE-4080-870A-60B941815164}">
      <dgm:prSet/>
      <dgm:spPr/>
      <dgm:t>
        <a:bodyPr/>
        <a:lstStyle/>
        <a:p>
          <a:endParaRPr lang="en-US"/>
        </a:p>
      </dgm:t>
    </dgm:pt>
    <dgm:pt modelId="{EDCA3F4A-F7A1-4D91-BF3B-FA626C83CB10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23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3d Drone </a:t>
          </a:r>
          <a:r>
            <a:rPr lang="en-US" sz="2300" dirty="0" err="1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Drone</a:t>
          </a:r>
          <a:r>
            <a:rPr lang="en-US" sz="23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Model inside Project</a:t>
          </a:r>
        </a:p>
      </dgm:t>
    </dgm:pt>
    <dgm:pt modelId="{E9693187-5B17-43E3-BA6E-69E9E9BEF533}" type="parTrans" cxnId="{7191409F-7EDE-45BD-A6B4-8BA1BDABB0E3}">
      <dgm:prSet/>
      <dgm:spPr/>
      <dgm:t>
        <a:bodyPr/>
        <a:lstStyle/>
        <a:p>
          <a:endParaRPr lang="en-US"/>
        </a:p>
      </dgm:t>
    </dgm:pt>
    <dgm:pt modelId="{7961C441-2E7D-4507-84CE-4BCD89F89971}" type="sibTrans" cxnId="{7191409F-7EDE-45BD-A6B4-8BA1BDABB0E3}">
      <dgm:prSet/>
      <dgm:spPr/>
      <dgm:t>
        <a:bodyPr/>
        <a:lstStyle/>
        <a:p>
          <a:endParaRPr lang="en-US"/>
        </a:p>
      </dgm:t>
    </dgm:pt>
    <dgm:pt modelId="{F4127BAC-F723-4BA7-9F31-71AEC6B631B0}">
      <dgm:prSet phldr="0"/>
      <dgm:spPr/>
      <dgm:t>
        <a:bodyPr/>
        <a:lstStyle/>
        <a:p>
          <a:pPr algn="l">
            <a:lnSpc>
              <a:spcPct val="90000"/>
            </a:lnSpc>
          </a:pPr>
          <a:r>
            <a:rPr lang="en-US" sz="2300" dirty="0">
              <a:solidFill>
                <a:srgbClr val="FFFFFF"/>
              </a:solidFill>
              <a:latin typeface="Calibri"/>
              <a:ea typeface="Calibri"/>
              <a:cs typeface="Calibri"/>
            </a:rPr>
            <a:t>docs/PROTOCOL.md (updated to match implemented messages)</a:t>
          </a:r>
          <a:endParaRPr lang="en-US" sz="2300" dirty="0">
            <a:solidFill>
              <a:srgbClr val="FFFFFF"/>
            </a:solidFill>
            <a:latin typeface="Aptos"/>
            <a:ea typeface="+mn-ea"/>
            <a:cs typeface="+mn-cs"/>
          </a:endParaRPr>
        </a:p>
      </dgm:t>
    </dgm:pt>
    <dgm:pt modelId="{2755F71C-25C3-42FA-864F-0C3C8AFBE3C4}" type="parTrans" cxnId="{18AB071C-64FA-45F1-B389-C0C680F20A45}">
      <dgm:prSet/>
      <dgm:spPr/>
      <dgm:t>
        <a:bodyPr/>
        <a:lstStyle/>
        <a:p>
          <a:endParaRPr lang="en-US"/>
        </a:p>
      </dgm:t>
    </dgm:pt>
    <dgm:pt modelId="{558E3C29-084D-4F27-83BF-79C3E09C0562}" type="sibTrans" cxnId="{18AB071C-64FA-45F1-B389-C0C680F20A45}">
      <dgm:prSet/>
      <dgm:spPr/>
      <dgm:t>
        <a:bodyPr/>
        <a:lstStyle/>
        <a:p>
          <a:endParaRPr lang="en-US"/>
        </a:p>
      </dgm:t>
    </dgm:pt>
    <dgm:pt modelId="{072A07C3-6AAB-445D-80A7-249A004FADB9}" type="pres">
      <dgm:prSet presAssocID="{08C5620D-152A-4AB9-9F1D-AACA858352D5}" presName="linear" presStyleCnt="0">
        <dgm:presLayoutVars>
          <dgm:animLvl val="lvl"/>
          <dgm:resizeHandles val="exact"/>
        </dgm:presLayoutVars>
      </dgm:prSet>
      <dgm:spPr/>
    </dgm:pt>
    <dgm:pt modelId="{8694ED8D-E215-4D76-857D-83338FC1B4B1}" type="pres">
      <dgm:prSet presAssocID="{365D7F74-FFE5-482B-9D98-39CA7CA0513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A64E464-7D77-455D-ACFC-01A130F78390}" type="pres">
      <dgm:prSet presAssocID="{21339A53-A261-43CF-94D6-54DE839026A4}" presName="spacer" presStyleCnt="0"/>
      <dgm:spPr/>
    </dgm:pt>
    <dgm:pt modelId="{6D8FE49D-26DA-4425-8C7E-DCE94839AD71}" type="pres">
      <dgm:prSet presAssocID="{EBC24022-F74C-44D4-B421-78DBA0FDC45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AB7D1FF-0E3B-4C3F-BD9E-BCB7095F48F1}" type="pres">
      <dgm:prSet presAssocID="{649E8D30-3117-4174-9932-2B174D813E15}" presName="spacer" presStyleCnt="0"/>
      <dgm:spPr/>
    </dgm:pt>
    <dgm:pt modelId="{09E87734-5520-49F9-A61A-7BFE46AABF34}" type="pres">
      <dgm:prSet presAssocID="{EDCA3F4A-F7A1-4D91-BF3B-FA626C83CB1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E705CF8-4BBE-4F21-8F4A-F7B329CA02E3}" type="pres">
      <dgm:prSet presAssocID="{7961C441-2E7D-4507-84CE-4BCD89F89971}" presName="spacer" presStyleCnt="0"/>
      <dgm:spPr/>
    </dgm:pt>
    <dgm:pt modelId="{8668C22C-39F1-4F13-A3C8-96243DD7C753}" type="pres">
      <dgm:prSet presAssocID="{F4127BAC-F723-4BA7-9F31-71AEC6B631B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2274311-C138-44AB-B457-6F9EB8D5C2D4}" type="presOf" srcId="{EBC24022-F74C-44D4-B421-78DBA0FDC453}" destId="{6D8FE49D-26DA-4425-8C7E-DCE94839AD71}" srcOrd="0" destOrd="0" presId="urn:microsoft.com/office/officeart/2005/8/layout/vList2"/>
    <dgm:cxn modelId="{18AB071C-64FA-45F1-B389-C0C680F20A45}" srcId="{08C5620D-152A-4AB9-9F1D-AACA858352D5}" destId="{F4127BAC-F723-4BA7-9F31-71AEC6B631B0}" srcOrd="3" destOrd="0" parTransId="{2755F71C-25C3-42FA-864F-0C3C8AFBE3C4}" sibTransId="{558E3C29-084D-4F27-83BF-79C3E09C0562}"/>
    <dgm:cxn modelId="{43C3301C-6277-4228-9AF5-835ADEB7A39C}" srcId="{08C5620D-152A-4AB9-9F1D-AACA858352D5}" destId="{365D7F74-FFE5-482B-9D98-39CA7CA0513A}" srcOrd="0" destOrd="0" parTransId="{D17DA32A-B04F-4970-8E9F-C0DF6828DE5B}" sibTransId="{21339A53-A261-43CF-94D6-54DE839026A4}"/>
    <dgm:cxn modelId="{1EA71A30-8CEE-4080-870A-60B941815164}" srcId="{08C5620D-152A-4AB9-9F1D-AACA858352D5}" destId="{EBC24022-F74C-44D4-B421-78DBA0FDC453}" srcOrd="1" destOrd="0" parTransId="{2DC771CA-2899-4F94-89F6-EED97E2DB446}" sibTransId="{649E8D30-3117-4174-9932-2B174D813E15}"/>
    <dgm:cxn modelId="{A639098A-624F-4F4A-A760-59486A9A725E}" type="presOf" srcId="{365D7F74-FFE5-482B-9D98-39CA7CA0513A}" destId="{8694ED8D-E215-4D76-857D-83338FC1B4B1}" srcOrd="0" destOrd="0" presId="urn:microsoft.com/office/officeart/2005/8/layout/vList2"/>
    <dgm:cxn modelId="{7191409F-7EDE-45BD-A6B4-8BA1BDABB0E3}" srcId="{08C5620D-152A-4AB9-9F1D-AACA858352D5}" destId="{EDCA3F4A-F7A1-4D91-BF3B-FA626C83CB10}" srcOrd="2" destOrd="0" parTransId="{E9693187-5B17-43E3-BA6E-69E9E9BEF533}" sibTransId="{7961C441-2E7D-4507-84CE-4BCD89F89971}"/>
    <dgm:cxn modelId="{397ECAB7-B016-4663-B04D-F0803B2B1935}" type="presOf" srcId="{08C5620D-152A-4AB9-9F1D-AACA858352D5}" destId="{072A07C3-6AAB-445D-80A7-249A004FADB9}" srcOrd="0" destOrd="0" presId="urn:microsoft.com/office/officeart/2005/8/layout/vList2"/>
    <dgm:cxn modelId="{5FDCBEBE-0F92-47F6-9645-C56D7B959E67}" type="presOf" srcId="{F4127BAC-F723-4BA7-9F31-71AEC6B631B0}" destId="{8668C22C-39F1-4F13-A3C8-96243DD7C753}" srcOrd="0" destOrd="0" presId="urn:microsoft.com/office/officeart/2005/8/layout/vList2"/>
    <dgm:cxn modelId="{7D1DBCEA-D836-4A8E-9475-061860F61421}" type="presOf" srcId="{EDCA3F4A-F7A1-4D91-BF3B-FA626C83CB10}" destId="{09E87734-5520-49F9-A61A-7BFE46AABF34}" srcOrd="0" destOrd="0" presId="urn:microsoft.com/office/officeart/2005/8/layout/vList2"/>
    <dgm:cxn modelId="{68659AF1-62BB-488A-8C0D-9958A8C76943}" type="presParOf" srcId="{072A07C3-6AAB-445D-80A7-249A004FADB9}" destId="{8694ED8D-E215-4D76-857D-83338FC1B4B1}" srcOrd="0" destOrd="0" presId="urn:microsoft.com/office/officeart/2005/8/layout/vList2"/>
    <dgm:cxn modelId="{3A81852A-F371-43F4-831D-275D1B78AFD1}" type="presParOf" srcId="{072A07C3-6AAB-445D-80A7-249A004FADB9}" destId="{EA64E464-7D77-455D-ACFC-01A130F78390}" srcOrd="1" destOrd="0" presId="urn:microsoft.com/office/officeart/2005/8/layout/vList2"/>
    <dgm:cxn modelId="{0DDC444E-995D-4085-99AA-06C2BBC5C1EE}" type="presParOf" srcId="{072A07C3-6AAB-445D-80A7-249A004FADB9}" destId="{6D8FE49D-26DA-4425-8C7E-DCE94839AD71}" srcOrd="2" destOrd="0" presId="urn:microsoft.com/office/officeart/2005/8/layout/vList2"/>
    <dgm:cxn modelId="{8C67D8E3-129C-4D72-94C9-70033AD1067C}" type="presParOf" srcId="{072A07C3-6AAB-445D-80A7-249A004FADB9}" destId="{6AB7D1FF-0E3B-4C3F-BD9E-BCB7095F48F1}" srcOrd="3" destOrd="0" presId="urn:microsoft.com/office/officeart/2005/8/layout/vList2"/>
    <dgm:cxn modelId="{FF574833-8003-466B-9A1B-C2633A7E40F5}" type="presParOf" srcId="{072A07C3-6AAB-445D-80A7-249A004FADB9}" destId="{09E87734-5520-49F9-A61A-7BFE46AABF34}" srcOrd="4" destOrd="0" presId="urn:microsoft.com/office/officeart/2005/8/layout/vList2"/>
    <dgm:cxn modelId="{5E9B9D1B-8F89-482D-BBF4-6005D6416C85}" type="presParOf" srcId="{072A07C3-6AAB-445D-80A7-249A004FADB9}" destId="{BE705CF8-4BBE-4F21-8F4A-F7B329CA02E3}" srcOrd="5" destOrd="0" presId="urn:microsoft.com/office/officeart/2005/8/layout/vList2"/>
    <dgm:cxn modelId="{DAB782EE-45E3-4719-86AA-1F45A9F159B3}" type="presParOf" srcId="{072A07C3-6AAB-445D-80A7-249A004FADB9}" destId="{8668C22C-39F1-4F13-A3C8-96243DD7C75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94ED8D-E215-4D76-857D-83338FC1B4B1}">
      <dsp:nvSpPr>
        <dsp:cNvPr id="0" name=""/>
        <dsp:cNvSpPr/>
      </dsp:nvSpPr>
      <dsp:spPr>
        <a:xfrm>
          <a:off x="0" y="571869"/>
          <a:ext cx="10504557" cy="73709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docs/sprints/W03/plan.md</a:t>
          </a:r>
        </a:p>
      </dsp:txBody>
      <dsp:txXfrm>
        <a:off x="35982" y="607851"/>
        <a:ext cx="10432593" cy="665135"/>
      </dsp:txXfrm>
    </dsp:sp>
    <dsp:sp modelId="{6D8FE49D-26DA-4425-8C7E-DCE94839AD71}">
      <dsp:nvSpPr>
        <dsp:cNvPr id="0" name=""/>
        <dsp:cNvSpPr/>
      </dsp:nvSpPr>
      <dsp:spPr>
        <a:xfrm>
          <a:off x="0" y="1395369"/>
          <a:ext cx="10504557" cy="737099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</a:t>
          </a:r>
          <a:r>
            <a:rPr lang="en-US" sz="3000" kern="12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examples/00_sdk_smoke.py</a:t>
          </a:r>
        </a:p>
      </dsp:txBody>
      <dsp:txXfrm>
        <a:off x="35982" y="1431351"/>
        <a:ext cx="10432593" cy="665135"/>
      </dsp:txXfrm>
    </dsp:sp>
    <dsp:sp modelId="{09E87734-5520-49F9-A61A-7BFE46AABF34}">
      <dsp:nvSpPr>
        <dsp:cNvPr id="0" name=""/>
        <dsp:cNvSpPr/>
      </dsp:nvSpPr>
      <dsp:spPr>
        <a:xfrm>
          <a:off x="0" y="2218869"/>
          <a:ext cx="10504557" cy="737099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3d Drone </a:t>
          </a:r>
          <a:r>
            <a:rPr lang="en-US" sz="3000" kern="1200" dirty="0" err="1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Drone</a:t>
          </a:r>
          <a:r>
            <a:rPr lang="en-US" sz="3000" kern="12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Model inside Project</a:t>
          </a:r>
        </a:p>
      </dsp:txBody>
      <dsp:txXfrm>
        <a:off x="35982" y="2254851"/>
        <a:ext cx="10432593" cy="665135"/>
      </dsp:txXfrm>
    </dsp:sp>
    <dsp:sp modelId="{8668C22C-39F1-4F13-A3C8-96243DD7C753}">
      <dsp:nvSpPr>
        <dsp:cNvPr id="0" name=""/>
        <dsp:cNvSpPr/>
      </dsp:nvSpPr>
      <dsp:spPr>
        <a:xfrm>
          <a:off x="0" y="3042369"/>
          <a:ext cx="10504557" cy="73709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solidFill>
                <a:srgbClr val="FFFFFF"/>
              </a:solidFill>
              <a:latin typeface="Calibri"/>
              <a:ea typeface="Calibri"/>
              <a:cs typeface="Calibri"/>
            </a:rPr>
            <a:t>docs/PROTOCOL.md (updated to match implemented messages)</a:t>
          </a:r>
          <a:endParaRPr lang="en-US" sz="3000" kern="1200" dirty="0">
            <a:solidFill>
              <a:srgbClr val="FFFFFF"/>
            </a:solidFill>
            <a:latin typeface="Aptos"/>
            <a:ea typeface="+mn-ea"/>
            <a:cs typeface="+mn-cs"/>
          </a:endParaRPr>
        </a:p>
      </dsp:txBody>
      <dsp:txXfrm>
        <a:off x="35982" y="3078351"/>
        <a:ext cx="10432593" cy="6651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57C90-65FD-943F-24C2-7FB0DCC460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039BFF-BCD1-F905-A2B2-16ECD1031C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6C8C2-A74B-A355-F8AB-0054D30EC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E731-7C35-4F3A-86C7-28C15E898D8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01417-437E-13F3-D061-E960CFC2E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F5AE3-6C80-8BB9-E0F6-9D9FDD9C8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E3908-AEC4-43E0-951D-54866CABD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804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0AC20-39EF-0856-9352-EAE7DA38D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BE427-5D73-BE16-E119-77B0A110C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1D98CA-B93A-5ABF-5FFE-DFD3802D4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E731-7C35-4F3A-86C7-28C15E898D8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CBBBF-5451-900F-68CE-4C31220B1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3BF716-1658-0D34-5855-747EC6AD0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E3908-AEC4-43E0-951D-54866CABD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583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C9803-25C5-C183-5DC4-D3FF1BC3C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B4700A-6222-9372-F49E-73736C53B5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A91664-5E35-C6C2-D03B-370D51920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E731-7C35-4F3A-86C7-28C15E898D8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82EE93-CDDE-62EA-AEFE-0E6C487DB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D0ECB-074F-75D0-1FA5-1C06FD20B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E3908-AEC4-43E0-951D-54866CABD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79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CD9DD-70E7-A3ED-9DAD-A94F29FB7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D631C-BE50-9A27-B8F3-94B8398371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535A54-AC5C-F41D-A906-F5572AA275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478543-8DC3-DC31-9E60-B80970F94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E731-7C35-4F3A-86C7-28C15E898D8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9DA9A2-41B7-005D-4D8B-7FA2174D9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6E0ABB-5BB8-C701-F892-1326CBFC7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E3908-AEC4-43E0-951D-54866CABD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001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B6074-D1C1-0BA5-7636-D972950C0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C7E6CD-8D74-43D0-D8C0-BC5D38D56B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BD0D59-2C65-A9B1-0C65-F6F5EFA502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805C86-F12D-7DAC-5748-11C7C647C6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218E39-E5C7-77D2-25F6-70D2989067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2293A4-FDA3-8FD0-28ED-48D93D5B4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E731-7C35-4F3A-86C7-28C15E898D8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DBBA9F-782E-9F59-875C-1C867C12A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07F8FB-24E7-483D-ECEC-5E1142AAB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E3908-AEC4-43E0-951D-54866CABD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714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CEDB4-2FBE-4C73-B9FF-7D1348E23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9AA3A0-DBE5-F00D-6EEE-08CECB664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E731-7C35-4F3A-86C7-28C15E898D8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C90750-04B9-D507-F920-4F4956C3D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D1A00A-04F7-2319-E83B-E37634C9E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E3908-AEC4-43E0-951D-54866CABD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978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1757F2-AE24-AC30-8D7D-C6A08D70E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E731-7C35-4F3A-86C7-28C15E898D8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0B0A75-EA36-B242-0B73-9E4CD52E3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173A32-8F62-8C03-F559-1A6374F09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E3908-AEC4-43E0-951D-54866CABD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371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C46DC-6222-6D49-9C7F-5947036B2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DB881-A5B6-343E-58AB-67B3F44D97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F95E94-C75C-AC35-6FAE-113CE1F44D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D7C837-08AF-FBE3-1986-446E2485F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E731-7C35-4F3A-86C7-28C15E898D8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D96B20-2BDA-67AD-4165-77833282C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CC127C-6BBF-EFCA-FE04-3F66A939B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E3908-AEC4-43E0-951D-54866CABD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633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D3BE3-9A33-E139-B777-D52229A82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776054-DF72-9345-83EE-877BB100D2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5B53CA-34E1-9DE7-B9C7-91858C154B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9BEA21-898A-E9CA-9314-B217FF90B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E731-7C35-4F3A-86C7-28C15E898D8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A045F1-07E6-2AAC-B2D5-74EA758E1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2F8485-D86E-7A1A-CE2E-07CB32983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E3908-AEC4-43E0-951D-54866CABD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52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9E2B4-D753-1ECF-2971-BCCF9802A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D8702D-1566-E3FA-D829-FC15D215C7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74E7E-90C4-B497-5DAA-9DF28D363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E731-7C35-4F3A-86C7-28C15E898D8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258504-93E4-4EED-1A8C-3F6439617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9F7F4-F71E-4411-CB19-6B37FD9F2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E3908-AEC4-43E0-951D-54866CABD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508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0FF995-D29C-3076-AB14-650EE20FE8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C9C21D-A6AF-0A9D-B0CC-D800A97052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32F885-0546-EF27-C489-B0231963D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E731-7C35-4F3A-86C7-28C15E898D8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C6A5DF-0E47-0137-5DD5-334F20C08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67BEE-76D8-D162-84C8-05E8836E5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E3908-AEC4-43E0-951D-54866CABD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727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6098F9-3DCB-9117-2AC3-C8DC67CB5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8B2FD8-5642-F775-1BD6-F7534CECD5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D31A3E-AFDC-BF10-5C94-26FFFAD348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11E731-7C35-4F3A-86C7-28C15E898D8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5317B0-3F2D-ED41-2428-593CCE022A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B98CAA-AE9A-914A-D632-9E72F3B1F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7E3908-AEC4-43E0-951D-54866CABD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231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B51ED7-DEB9-0F61-16D8-354982F39D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6693" y="1030406"/>
            <a:ext cx="8147713" cy="3081242"/>
          </a:xfrm>
        </p:spPr>
        <p:txBody>
          <a:bodyPr anchor="ctr">
            <a:normAutofit/>
          </a:bodyPr>
          <a:lstStyle/>
          <a:p>
            <a:r>
              <a:rPr lang="en-US" sz="4800">
                <a:solidFill>
                  <a:srgbClr val="FFFFFF"/>
                </a:solidFill>
              </a:rPr>
              <a:t>CSDP-499 Codrone Sim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6BD4CD-0A00-3EFA-E31C-3D03553E2B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9943" y="5171093"/>
            <a:ext cx="9078628" cy="860620"/>
          </a:xfrm>
        </p:spPr>
        <p:txBody>
          <a:bodyPr anchor="ctr">
            <a:normAutofit/>
          </a:bodyPr>
          <a:lstStyle/>
          <a:p>
            <a:r>
              <a:rPr lang="en-US" sz="2200" dirty="0">
                <a:solidFill>
                  <a:srgbClr val="FFFFFF"/>
                </a:solidFill>
              </a:rPr>
              <a:t>Week #3 </a:t>
            </a:r>
          </a:p>
          <a:p>
            <a:r>
              <a:rPr lang="en-US" sz="2200" dirty="0">
                <a:solidFill>
                  <a:srgbClr val="FFFFFF"/>
                </a:solidFill>
              </a:rPr>
              <a:t>Nyles, Muna, Ali, Success, </a:t>
            </a:r>
            <a:r>
              <a:rPr lang="en-US" sz="2200" dirty="0" err="1">
                <a:solidFill>
                  <a:srgbClr val="FFFFFF"/>
                </a:solidFill>
              </a:rPr>
              <a:t>Sopuru</a:t>
            </a:r>
            <a:endParaRPr lang="en-US" sz="22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7944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7C5093-C945-D237-F7A4-9F698FF87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R1 </a:t>
            </a:r>
            <a:r>
              <a:rPr lang="en-US" sz="4800" dirty="0" err="1"/>
              <a:t>Interagator</a:t>
            </a:r>
            <a:r>
              <a:rPr lang="en-US" sz="4800" dirty="0"/>
              <a:t> - Muna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F61E2-D8DC-C52B-D9D1-F754AC55E7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dirty="0"/>
              <a:t>Task:  Sprint Leading</a:t>
            </a:r>
          </a:p>
          <a:p>
            <a:pPr marL="0" indent="0">
              <a:buNone/>
            </a:pPr>
            <a:r>
              <a:rPr lang="en-US" dirty="0"/>
              <a:t>	- Sprint planning with Stories</a:t>
            </a:r>
          </a:p>
          <a:p>
            <a:pPr marL="0" indent="0">
              <a:buNone/>
            </a:pPr>
            <a:r>
              <a:rPr lang="en-US"/>
              <a:t>	- </a:t>
            </a:r>
            <a:r>
              <a:rPr lang="en-US" dirty="0"/>
              <a:t>Sprint Retrospective and Review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2664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757F21-1796-90F8-9834-6F8471663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638F5BC7-7B3D-0A97-BF17-84F42007C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6CE55B4-059F-06E1-1C6E-78BBC736F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D388B9D-1324-89D8-33B9-A76CFDB4A3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38BFCC4-3C81-66BF-E49D-536F41AB9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285D1CD-401D-9ED8-8964-300EFE6799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F70BF983-183C-5337-ACB2-71C12413A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1418F5-BC08-67E3-C06F-A14F2FF5A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R2 Build - Ali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242FA-B336-16FE-0D47-0A2CB9E904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dirty="0"/>
              <a:t>Task: </a:t>
            </a:r>
          </a:p>
          <a:p>
            <a:pPr marL="0" indent="0">
              <a:buNone/>
            </a:pPr>
            <a:r>
              <a:rPr lang="en-US" dirty="0"/>
              <a:t>	- Verify that our project works on a fresh install</a:t>
            </a:r>
          </a:p>
          <a:p>
            <a:pPr marL="0" indent="0">
              <a:buNone/>
            </a:pPr>
            <a:r>
              <a:rPr lang="en-US" dirty="0"/>
              <a:t>	- Validate on a second machine</a:t>
            </a:r>
          </a:p>
          <a:p>
            <a:pPr lvl="2"/>
            <a:endParaRPr lang="en-US" sz="160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B84904E-73E0-4BAD-39C4-27FC5B26D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8474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5A6FA5-ACBA-3482-7E08-EDE0FFABC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0E91F5CA-B392-444C-88E3-BF5BAAEBD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459807F-B6FA-44D3-9A53-C55B6B568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80681"/>
            <a:ext cx="12192000" cy="2777318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F88234-A21A-892B-A96E-DA24420B1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5060" y="5279511"/>
            <a:ext cx="9681882" cy="7398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R3 World - Success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3001DD-729E-6CD7-3359-000D332D2B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26447" y="6019391"/>
            <a:ext cx="7315199" cy="36512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1600">
                <a:solidFill>
                  <a:schemeClr val="tx1">
                    <a:lumMod val="85000"/>
                    <a:lumOff val="15000"/>
                  </a:schemeClr>
                </a:solidFill>
              </a:rPr>
              <a:t>Created our 3d Drone environment in Unreal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3C694AD-8D7D-73B3-54E1-84AA2872D8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190" b="2975"/>
          <a:stretch>
            <a:fillRect/>
          </a:stretch>
        </p:blipFill>
        <p:spPr>
          <a:xfrm>
            <a:off x="20" y="10"/>
            <a:ext cx="12191979" cy="5886523"/>
          </a:xfrm>
          <a:custGeom>
            <a:avLst/>
            <a:gdLst/>
            <a:ahLst/>
            <a:cxnLst/>
            <a:rect l="l" t="t" r="r" b="b"/>
            <a:pathLst>
              <a:path w="12191999" h="5886533">
                <a:moveTo>
                  <a:pt x="4721173" y="4907914"/>
                </a:moveTo>
                <a:lnTo>
                  <a:pt x="4722109" y="4908125"/>
                </a:lnTo>
                <a:cubicBezTo>
                  <a:pt x="4721143" y="4908767"/>
                  <a:pt x="4718263" y="4909373"/>
                  <a:pt x="4717199" y="4909396"/>
                </a:cubicBez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5751311"/>
                </a:lnTo>
                <a:lnTo>
                  <a:pt x="12140860" y="5770509"/>
                </a:lnTo>
                <a:cubicBezTo>
                  <a:pt x="12126656" y="5772723"/>
                  <a:pt x="12093589" y="5827925"/>
                  <a:pt x="12080161" y="5826358"/>
                </a:cubicBezTo>
                <a:cubicBezTo>
                  <a:pt x="11978188" y="5850511"/>
                  <a:pt x="11967361" y="5873564"/>
                  <a:pt x="11917885" y="5861578"/>
                </a:cubicBezTo>
                <a:cubicBezTo>
                  <a:pt x="11872779" y="5859863"/>
                  <a:pt x="11928861" y="5896778"/>
                  <a:pt x="11894610" y="5883738"/>
                </a:cubicBezTo>
                <a:cubicBezTo>
                  <a:pt x="11860359" y="5870698"/>
                  <a:pt x="11736091" y="5807232"/>
                  <a:pt x="11712379" y="5783337"/>
                </a:cubicBezTo>
                <a:cubicBezTo>
                  <a:pt x="11688667" y="5759442"/>
                  <a:pt x="11627912" y="5782933"/>
                  <a:pt x="11585366" y="5740371"/>
                </a:cubicBezTo>
                <a:lnTo>
                  <a:pt x="11516470" y="5663679"/>
                </a:lnTo>
                <a:cubicBezTo>
                  <a:pt x="11468274" y="5661847"/>
                  <a:pt x="11507335" y="5626593"/>
                  <a:pt x="11462692" y="5610127"/>
                </a:cubicBezTo>
                <a:cubicBezTo>
                  <a:pt x="11417567" y="5608500"/>
                  <a:pt x="11408021" y="5556613"/>
                  <a:pt x="11369712" y="5548654"/>
                </a:cubicBezTo>
                <a:cubicBezTo>
                  <a:pt x="11354317" y="5554704"/>
                  <a:pt x="11288328" y="5499810"/>
                  <a:pt x="11273969" y="5488986"/>
                </a:cubicBezTo>
                <a:cubicBezTo>
                  <a:pt x="11231913" y="5490378"/>
                  <a:pt x="11221973" y="5480544"/>
                  <a:pt x="11195084" y="5467967"/>
                </a:cubicBezTo>
                <a:cubicBezTo>
                  <a:pt x="11164086" y="5497749"/>
                  <a:pt x="11171649" y="5471790"/>
                  <a:pt x="11143408" y="5468614"/>
                </a:cubicBezTo>
                <a:cubicBezTo>
                  <a:pt x="11125906" y="5464975"/>
                  <a:pt x="11102603" y="5460835"/>
                  <a:pt x="11085935" y="5459365"/>
                </a:cubicBezTo>
                <a:cubicBezTo>
                  <a:pt x="11057493" y="5459661"/>
                  <a:pt x="11029906" y="5441496"/>
                  <a:pt x="11030953" y="5456484"/>
                </a:cubicBezTo>
                <a:cubicBezTo>
                  <a:pt x="11007784" y="5459001"/>
                  <a:pt x="10982005" y="5463178"/>
                  <a:pt x="10951060" y="5461240"/>
                </a:cubicBezTo>
                <a:cubicBezTo>
                  <a:pt x="10885365" y="5424406"/>
                  <a:pt x="10915288" y="5460968"/>
                  <a:pt x="10857721" y="5448157"/>
                </a:cubicBezTo>
                <a:cubicBezTo>
                  <a:pt x="10806646" y="5435790"/>
                  <a:pt x="10707075" y="5402712"/>
                  <a:pt x="10644616" y="5387039"/>
                </a:cubicBezTo>
                <a:cubicBezTo>
                  <a:pt x="10616446" y="5382224"/>
                  <a:pt x="10558603" y="5371613"/>
                  <a:pt x="10519277" y="5366793"/>
                </a:cubicBezTo>
                <a:cubicBezTo>
                  <a:pt x="10495461" y="5368312"/>
                  <a:pt x="10473830" y="5354868"/>
                  <a:pt x="10445981" y="5364735"/>
                </a:cubicBezTo>
                <a:cubicBezTo>
                  <a:pt x="10436536" y="5368773"/>
                  <a:pt x="10409281" y="5367966"/>
                  <a:pt x="10383865" y="5360888"/>
                </a:cubicBezTo>
                <a:cubicBezTo>
                  <a:pt x="10374827" y="5369095"/>
                  <a:pt x="10347864" y="5360432"/>
                  <a:pt x="10336852" y="5360277"/>
                </a:cubicBezTo>
                <a:cubicBezTo>
                  <a:pt x="10323586" y="5366987"/>
                  <a:pt x="10274741" y="5357921"/>
                  <a:pt x="10261098" y="5350526"/>
                </a:cubicBezTo>
                <a:lnTo>
                  <a:pt x="10126497" y="5339011"/>
                </a:lnTo>
                <a:lnTo>
                  <a:pt x="10082166" y="5336916"/>
                </a:lnTo>
                <a:cubicBezTo>
                  <a:pt x="10074567" y="5338985"/>
                  <a:pt x="10046860" y="5337657"/>
                  <a:pt x="10039237" y="5338580"/>
                </a:cubicBezTo>
                <a:cubicBezTo>
                  <a:pt x="9998458" y="5328479"/>
                  <a:pt x="9984394" y="5327989"/>
                  <a:pt x="9960016" y="5323065"/>
                </a:cubicBezTo>
                <a:cubicBezTo>
                  <a:pt x="9918980" y="5322923"/>
                  <a:pt x="9888741" y="5326122"/>
                  <a:pt x="9847789" y="5316297"/>
                </a:cubicBezTo>
                <a:lnTo>
                  <a:pt x="9728306" y="5296090"/>
                </a:lnTo>
                <a:cubicBezTo>
                  <a:pt x="9675056" y="5305676"/>
                  <a:pt x="9602035" y="5297282"/>
                  <a:pt x="9584504" y="5284670"/>
                </a:cubicBezTo>
                <a:cubicBezTo>
                  <a:pt x="9518952" y="5270394"/>
                  <a:pt x="9415429" y="5244268"/>
                  <a:pt x="9343049" y="5238968"/>
                </a:cubicBezTo>
                <a:lnTo>
                  <a:pt x="9231367" y="5187063"/>
                </a:lnTo>
                <a:lnTo>
                  <a:pt x="9194807" y="5176984"/>
                </a:lnTo>
                <a:lnTo>
                  <a:pt x="9189243" y="5167745"/>
                </a:lnTo>
                <a:lnTo>
                  <a:pt x="9151229" y="5156543"/>
                </a:lnTo>
                <a:lnTo>
                  <a:pt x="9150207" y="5157608"/>
                </a:lnTo>
                <a:cubicBezTo>
                  <a:pt x="9147045" y="5159739"/>
                  <a:pt x="9143081" y="5160831"/>
                  <a:pt x="9137315" y="5159777"/>
                </a:cubicBezTo>
                <a:cubicBezTo>
                  <a:pt x="9138862" y="5179261"/>
                  <a:pt x="9130952" y="5165972"/>
                  <a:pt x="9113809" y="5161143"/>
                </a:cubicBezTo>
                <a:cubicBezTo>
                  <a:pt x="9112388" y="5190326"/>
                  <a:pt x="9068114" y="5155892"/>
                  <a:pt x="9053450" y="5169457"/>
                </a:cubicBezTo>
                <a:lnTo>
                  <a:pt x="9005483" y="5166172"/>
                </a:lnTo>
                <a:lnTo>
                  <a:pt x="9005198" y="5166412"/>
                </a:lnTo>
                <a:cubicBezTo>
                  <a:pt x="9003143" y="5166632"/>
                  <a:pt x="9000324" y="5166304"/>
                  <a:pt x="8996229" y="5165201"/>
                </a:cubicBezTo>
                <a:lnTo>
                  <a:pt x="8990391" y="5163140"/>
                </a:lnTo>
                <a:lnTo>
                  <a:pt x="8974334" y="5159914"/>
                </a:lnTo>
                <a:lnTo>
                  <a:pt x="8968008" y="5160614"/>
                </a:lnTo>
                <a:lnTo>
                  <a:pt x="8963045" y="5162839"/>
                </a:lnTo>
                <a:cubicBezTo>
                  <a:pt x="8954690" y="5154888"/>
                  <a:pt x="8955517" y="5145940"/>
                  <a:pt x="8928985" y="5166027"/>
                </a:cubicBezTo>
                <a:cubicBezTo>
                  <a:pt x="8898031" y="5165007"/>
                  <a:pt x="8789300" y="5150352"/>
                  <a:pt x="8752441" y="5146795"/>
                </a:cubicBezTo>
                <a:cubicBezTo>
                  <a:pt x="8719819" y="5136075"/>
                  <a:pt x="8748194" y="5149736"/>
                  <a:pt x="8707844" y="5144694"/>
                </a:cubicBezTo>
                <a:cubicBezTo>
                  <a:pt x="8671606" y="5125159"/>
                  <a:pt x="8639142" y="5141599"/>
                  <a:pt x="8596068" y="5136122"/>
                </a:cubicBezTo>
                <a:lnTo>
                  <a:pt x="8525227" y="5150964"/>
                </a:lnTo>
                <a:lnTo>
                  <a:pt x="8510980" y="5145049"/>
                </a:lnTo>
                <a:lnTo>
                  <a:pt x="8506164" y="5142048"/>
                </a:lnTo>
                <a:cubicBezTo>
                  <a:pt x="8502646" y="5140271"/>
                  <a:pt x="8500045" y="5139460"/>
                  <a:pt x="8497965" y="5139310"/>
                </a:cubicBezTo>
                <a:lnTo>
                  <a:pt x="8497591" y="5139489"/>
                </a:lnTo>
                <a:lnTo>
                  <a:pt x="8490246" y="5136439"/>
                </a:lnTo>
                <a:lnTo>
                  <a:pt x="8367179" y="5122397"/>
                </a:lnTo>
                <a:cubicBezTo>
                  <a:pt x="8362021" y="5120372"/>
                  <a:pt x="8357730" y="5120720"/>
                  <a:pt x="8353796" y="5122203"/>
                </a:cubicBezTo>
                <a:lnTo>
                  <a:pt x="8352369" y="5123043"/>
                </a:lnTo>
                <a:lnTo>
                  <a:pt x="8320101" y="5105625"/>
                </a:lnTo>
                <a:lnTo>
                  <a:pt x="8314429" y="5105299"/>
                </a:lnTo>
                <a:lnTo>
                  <a:pt x="8295170" y="5091404"/>
                </a:lnTo>
                <a:lnTo>
                  <a:pt x="8284273" y="5085581"/>
                </a:lnTo>
                <a:lnTo>
                  <a:pt x="8283146" y="5081138"/>
                </a:lnTo>
                <a:cubicBezTo>
                  <a:pt x="8280842" y="5077893"/>
                  <a:pt x="8276148" y="5075245"/>
                  <a:pt x="8266072" y="5073963"/>
                </a:cubicBezTo>
                <a:lnTo>
                  <a:pt x="8263373" y="5074193"/>
                </a:lnTo>
                <a:lnTo>
                  <a:pt x="8252030" y="5064350"/>
                </a:lnTo>
                <a:cubicBezTo>
                  <a:pt x="8248856" y="5060500"/>
                  <a:pt x="8246644" y="5056218"/>
                  <a:pt x="8245831" y="5051358"/>
                </a:cubicBezTo>
                <a:cubicBezTo>
                  <a:pt x="8181824" y="5054265"/>
                  <a:pt x="8147127" y="5020143"/>
                  <a:pt x="8090268" y="5005197"/>
                </a:cubicBezTo>
                <a:cubicBezTo>
                  <a:pt x="8025464" y="4982055"/>
                  <a:pt x="7967067" y="4960819"/>
                  <a:pt x="7905404" y="4963224"/>
                </a:cubicBezTo>
                <a:cubicBezTo>
                  <a:pt x="7835116" y="4948312"/>
                  <a:pt x="7780962" y="4946081"/>
                  <a:pt x="7718741" y="4937509"/>
                </a:cubicBezTo>
                <a:lnTo>
                  <a:pt x="7614343" y="4940980"/>
                </a:lnTo>
                <a:lnTo>
                  <a:pt x="7527539" y="4935152"/>
                </a:lnTo>
                <a:lnTo>
                  <a:pt x="7519567" y="4932599"/>
                </a:lnTo>
                <a:cubicBezTo>
                  <a:pt x="7513989" y="4931260"/>
                  <a:pt x="7510169" y="4930910"/>
                  <a:pt x="7507408" y="4931264"/>
                </a:cubicBezTo>
                <a:lnTo>
                  <a:pt x="7507036" y="4931591"/>
                </a:lnTo>
                <a:lnTo>
                  <a:pt x="7495791" y="4929639"/>
                </a:lnTo>
                <a:cubicBezTo>
                  <a:pt x="7476982" y="4925521"/>
                  <a:pt x="7422524" y="4942937"/>
                  <a:pt x="7405387" y="4937744"/>
                </a:cubicBezTo>
                <a:cubicBezTo>
                  <a:pt x="7374785" y="4940694"/>
                  <a:pt x="7333986" y="4941799"/>
                  <a:pt x="7312176" y="4947339"/>
                </a:cubicBezTo>
                <a:lnTo>
                  <a:pt x="7310849" y="4948781"/>
                </a:lnTo>
                <a:lnTo>
                  <a:pt x="7218556" y="4923532"/>
                </a:lnTo>
                <a:lnTo>
                  <a:pt x="7201098" y="4918982"/>
                </a:lnTo>
                <a:lnTo>
                  <a:pt x="7197000" y="4913624"/>
                </a:lnTo>
                <a:cubicBezTo>
                  <a:pt x="7192108" y="4910101"/>
                  <a:pt x="7184502" y="4907962"/>
                  <a:pt x="7170804" y="4908976"/>
                </a:cubicBezTo>
                <a:lnTo>
                  <a:pt x="7096984" y="4896748"/>
                </a:lnTo>
                <a:cubicBezTo>
                  <a:pt x="7061144" y="4895770"/>
                  <a:pt x="7050185" y="4894793"/>
                  <a:pt x="7018492" y="4897122"/>
                </a:cubicBezTo>
                <a:cubicBezTo>
                  <a:pt x="6937524" y="4886184"/>
                  <a:pt x="6943641" y="4862018"/>
                  <a:pt x="6904142" y="4867616"/>
                </a:cubicBezTo>
                <a:cubicBezTo>
                  <a:pt x="6871918" y="4872824"/>
                  <a:pt x="6787985" y="4853750"/>
                  <a:pt x="6708218" y="4839661"/>
                </a:cubicBezTo>
                <a:cubicBezTo>
                  <a:pt x="6649102" y="4830206"/>
                  <a:pt x="6628102" y="4816105"/>
                  <a:pt x="6549451" y="4810885"/>
                </a:cubicBezTo>
                <a:cubicBezTo>
                  <a:pt x="6472150" y="4766795"/>
                  <a:pt x="6409692" y="4790518"/>
                  <a:pt x="6317556" y="4764085"/>
                </a:cubicBezTo>
                <a:cubicBezTo>
                  <a:pt x="6297547" y="4748563"/>
                  <a:pt x="6209288" y="4765756"/>
                  <a:pt x="6168670" y="4761998"/>
                </a:cubicBezTo>
                <a:cubicBezTo>
                  <a:pt x="6128052" y="4758240"/>
                  <a:pt x="6090536" y="4744692"/>
                  <a:pt x="6073844" y="4741536"/>
                </a:cubicBezTo>
                <a:lnTo>
                  <a:pt x="6068526" y="4743073"/>
                </a:lnTo>
                <a:lnTo>
                  <a:pt x="6048634" y="4742390"/>
                </a:lnTo>
                <a:lnTo>
                  <a:pt x="6041279" y="4750739"/>
                </a:lnTo>
                <a:lnTo>
                  <a:pt x="6010088" y="4755832"/>
                </a:lnTo>
                <a:cubicBezTo>
                  <a:pt x="5998677" y="4756419"/>
                  <a:pt x="5970124" y="4755506"/>
                  <a:pt x="5957373" y="4752188"/>
                </a:cubicBezTo>
                <a:lnTo>
                  <a:pt x="5758915" y="4736496"/>
                </a:lnTo>
                <a:lnTo>
                  <a:pt x="5626957" y="4735473"/>
                </a:lnTo>
                <a:lnTo>
                  <a:pt x="5470902" y="4749493"/>
                </a:lnTo>
                <a:cubicBezTo>
                  <a:pt x="5478131" y="4762521"/>
                  <a:pt x="5439006" y="4748455"/>
                  <a:pt x="5432757" y="4760746"/>
                </a:cubicBezTo>
                <a:cubicBezTo>
                  <a:pt x="5429365" y="4770778"/>
                  <a:pt x="5391824" y="4775462"/>
                  <a:pt x="5381664" y="4778448"/>
                </a:cubicBezTo>
                <a:lnTo>
                  <a:pt x="5261760" y="4798865"/>
                </a:lnTo>
                <a:cubicBezTo>
                  <a:pt x="5251595" y="4799049"/>
                  <a:pt x="5230547" y="4807359"/>
                  <a:pt x="5222959" y="4809989"/>
                </a:cubicBezTo>
                <a:lnTo>
                  <a:pt x="5174657" y="4812979"/>
                </a:lnTo>
                <a:lnTo>
                  <a:pt x="5156551" y="4820202"/>
                </a:lnTo>
                <a:lnTo>
                  <a:pt x="5142595" y="4823602"/>
                </a:lnTo>
                <a:lnTo>
                  <a:pt x="5139593" y="4825703"/>
                </a:lnTo>
                <a:cubicBezTo>
                  <a:pt x="5133873" y="4829743"/>
                  <a:pt x="5128076" y="4833554"/>
                  <a:pt x="5121656" y="4836556"/>
                </a:cubicBezTo>
                <a:cubicBezTo>
                  <a:pt x="5108317" y="4807937"/>
                  <a:pt x="5064853" y="4857373"/>
                  <a:pt x="5065787" y="4829985"/>
                </a:cubicBezTo>
                <a:cubicBezTo>
                  <a:pt x="5028193" y="4841501"/>
                  <a:pt x="5038944" y="4812412"/>
                  <a:pt x="5011510" y="4846366"/>
                </a:cubicBezTo>
                <a:cubicBezTo>
                  <a:pt x="4937023" y="4845983"/>
                  <a:pt x="4916353" y="4832976"/>
                  <a:pt x="4840437" y="4870383"/>
                </a:cubicBezTo>
                <a:cubicBezTo>
                  <a:pt x="4806739" y="4887025"/>
                  <a:pt x="4784106" y="4898171"/>
                  <a:pt x="4762444" y="4898151"/>
                </a:cubicBezTo>
                <a:cubicBezTo>
                  <a:pt x="4741323" y="4902652"/>
                  <a:pt x="4729481" y="4905474"/>
                  <a:pt x="4723182" y="4907166"/>
                </a:cubicBezTo>
                <a:lnTo>
                  <a:pt x="4721173" y="4907914"/>
                </a:lnTo>
                <a:lnTo>
                  <a:pt x="4715524" y="4906639"/>
                </a:lnTo>
                <a:cubicBezTo>
                  <a:pt x="4680148" y="4913595"/>
                  <a:pt x="4524744" y="4914403"/>
                  <a:pt x="4515810" y="4916541"/>
                </a:cubicBezTo>
                <a:cubicBezTo>
                  <a:pt x="4457819" y="4929653"/>
                  <a:pt x="4462659" y="4930394"/>
                  <a:pt x="4428539" y="4927192"/>
                </a:cubicBezTo>
                <a:cubicBezTo>
                  <a:pt x="4423303" y="4923821"/>
                  <a:pt x="4368974" y="4930115"/>
                  <a:pt x="4362872" y="4928538"/>
                </a:cubicBezTo>
                <a:lnTo>
                  <a:pt x="4316962" y="4921923"/>
                </a:lnTo>
                <a:lnTo>
                  <a:pt x="4315106" y="4923264"/>
                </a:lnTo>
                <a:cubicBezTo>
                  <a:pt x="4306123" y="4926635"/>
                  <a:pt x="4299993" y="4926634"/>
                  <a:pt x="4295140" y="4925143"/>
                </a:cubicBezTo>
                <a:lnTo>
                  <a:pt x="4290059" y="4922226"/>
                </a:lnTo>
                <a:lnTo>
                  <a:pt x="4276138" y="4922472"/>
                </a:lnTo>
                <a:lnTo>
                  <a:pt x="4248113" y="4920148"/>
                </a:lnTo>
                <a:lnTo>
                  <a:pt x="4202046" y="4922943"/>
                </a:lnTo>
                <a:cubicBezTo>
                  <a:pt x="4201945" y="4923363"/>
                  <a:pt x="4201842" y="4923782"/>
                  <a:pt x="4201741" y="4924202"/>
                </a:cubicBezTo>
                <a:cubicBezTo>
                  <a:pt x="4200116" y="4927039"/>
                  <a:pt x="4197140" y="4929158"/>
                  <a:pt x="4191245" y="4929836"/>
                </a:cubicBezTo>
                <a:cubicBezTo>
                  <a:pt x="4204212" y="4947125"/>
                  <a:pt x="4161274" y="4945230"/>
                  <a:pt x="4142742" y="4945701"/>
                </a:cubicBezTo>
                <a:cubicBezTo>
                  <a:pt x="4124717" y="4952767"/>
                  <a:pt x="4099099" y="4966347"/>
                  <a:pt x="4083094" y="4972234"/>
                </a:cubicBezTo>
                <a:lnTo>
                  <a:pt x="4074543" y="4973069"/>
                </a:lnTo>
                <a:cubicBezTo>
                  <a:pt x="4074504" y="4973170"/>
                  <a:pt x="4074463" y="4973269"/>
                  <a:pt x="4074424" y="4973368"/>
                </a:cubicBezTo>
                <a:cubicBezTo>
                  <a:pt x="4072678" y="4974152"/>
                  <a:pt x="4069906" y="4974653"/>
                  <a:pt x="4065507" y="4974812"/>
                </a:cubicBezTo>
                <a:lnTo>
                  <a:pt x="4058951" y="4974594"/>
                </a:lnTo>
                <a:lnTo>
                  <a:pt x="4042361" y="4976215"/>
                </a:lnTo>
                <a:lnTo>
                  <a:pt x="4036993" y="4978649"/>
                </a:lnTo>
                <a:lnTo>
                  <a:pt x="4035360" y="4982316"/>
                </a:lnTo>
                <a:lnTo>
                  <a:pt x="4033775" y="4982081"/>
                </a:lnTo>
                <a:cubicBezTo>
                  <a:pt x="4021424" y="4977217"/>
                  <a:pt x="4016874" y="4968841"/>
                  <a:pt x="4004535" y="4994649"/>
                </a:cubicBezTo>
                <a:cubicBezTo>
                  <a:pt x="3976667" y="4987584"/>
                  <a:pt x="3972977" y="5002913"/>
                  <a:pt x="3936843" y="5012106"/>
                </a:cubicBezTo>
                <a:cubicBezTo>
                  <a:pt x="3920506" y="5004382"/>
                  <a:pt x="3908535" y="5009071"/>
                  <a:pt x="3897272" y="5017761"/>
                </a:cubicBezTo>
                <a:cubicBezTo>
                  <a:pt x="3861092" y="5017265"/>
                  <a:pt x="3829628" y="5031135"/>
                  <a:pt x="3789757" y="5037999"/>
                </a:cubicBezTo>
                <a:cubicBezTo>
                  <a:pt x="3741007" y="5052705"/>
                  <a:pt x="3725129" y="5054682"/>
                  <a:pt x="3682510" y="5061922"/>
                </a:cubicBezTo>
                <a:lnTo>
                  <a:pt x="3610032" y="5094193"/>
                </a:lnTo>
                <a:lnTo>
                  <a:pt x="3603852" y="5092831"/>
                </a:lnTo>
                <a:cubicBezTo>
                  <a:pt x="3599580" y="5092212"/>
                  <a:pt x="3596726" y="5092212"/>
                  <a:pt x="3594733" y="5092667"/>
                </a:cubicBezTo>
                <a:lnTo>
                  <a:pt x="3594498" y="5092936"/>
                </a:lnTo>
                <a:lnTo>
                  <a:pt x="3585975" y="5092246"/>
                </a:lnTo>
                <a:cubicBezTo>
                  <a:pt x="3571623" y="5090455"/>
                  <a:pt x="3549389" y="5104654"/>
                  <a:pt x="3536132" y="5101945"/>
                </a:cubicBezTo>
                <a:cubicBezTo>
                  <a:pt x="3513940" y="5106241"/>
                  <a:pt x="3488622" y="5099976"/>
                  <a:pt x="3473220" y="5105606"/>
                </a:cubicBezTo>
                <a:lnTo>
                  <a:pt x="3400725" y="5117654"/>
                </a:lnTo>
                <a:lnTo>
                  <a:pt x="3375935" y="5106247"/>
                </a:lnTo>
                <a:lnTo>
                  <a:pt x="3348219" y="5109860"/>
                </a:lnTo>
                <a:cubicBezTo>
                  <a:pt x="3337206" y="5110533"/>
                  <a:pt x="3327054" y="5111295"/>
                  <a:pt x="3319639" y="5114795"/>
                </a:cubicBezTo>
                <a:lnTo>
                  <a:pt x="3248529" y="5133347"/>
                </a:lnTo>
                <a:lnTo>
                  <a:pt x="3210308" y="5119794"/>
                </a:lnTo>
                <a:cubicBezTo>
                  <a:pt x="3206088" y="5117870"/>
                  <a:pt x="3200152" y="5117326"/>
                  <a:pt x="3190375" y="5119915"/>
                </a:cubicBezTo>
                <a:lnTo>
                  <a:pt x="3188145" y="5121096"/>
                </a:lnTo>
                <a:cubicBezTo>
                  <a:pt x="3182625" y="5119116"/>
                  <a:pt x="3141856" y="5121682"/>
                  <a:pt x="3108596" y="5122416"/>
                </a:cubicBezTo>
                <a:cubicBezTo>
                  <a:pt x="3055968" y="5124842"/>
                  <a:pt x="3048940" y="5117475"/>
                  <a:pt x="2988584" y="5125502"/>
                </a:cubicBezTo>
                <a:cubicBezTo>
                  <a:pt x="2928853" y="5129690"/>
                  <a:pt x="2917951" y="5124649"/>
                  <a:pt x="2876540" y="5133019"/>
                </a:cubicBezTo>
                <a:lnTo>
                  <a:pt x="2626864" y="5133771"/>
                </a:lnTo>
                <a:cubicBezTo>
                  <a:pt x="2562348" y="5111858"/>
                  <a:pt x="2563422" y="5142456"/>
                  <a:pt x="2491422" y="5135486"/>
                </a:cubicBezTo>
                <a:cubicBezTo>
                  <a:pt x="2433091" y="5200962"/>
                  <a:pt x="2455709" y="5160483"/>
                  <a:pt x="2415617" y="5168715"/>
                </a:cubicBezTo>
                <a:lnTo>
                  <a:pt x="2290098" y="5166151"/>
                </a:lnTo>
                <a:cubicBezTo>
                  <a:pt x="2257057" y="5152522"/>
                  <a:pt x="2202458" y="5187690"/>
                  <a:pt x="2161714" y="5169302"/>
                </a:cubicBezTo>
                <a:cubicBezTo>
                  <a:pt x="2122714" y="5172302"/>
                  <a:pt x="2080450" y="5180350"/>
                  <a:pt x="2056089" y="5184144"/>
                </a:cubicBezTo>
                <a:cubicBezTo>
                  <a:pt x="2019828" y="5191108"/>
                  <a:pt x="1978839" y="5203797"/>
                  <a:pt x="1944153" y="5211084"/>
                </a:cubicBezTo>
                <a:cubicBezTo>
                  <a:pt x="1925867" y="5199079"/>
                  <a:pt x="1896027" y="5224183"/>
                  <a:pt x="1847968" y="5227868"/>
                </a:cubicBezTo>
                <a:cubicBezTo>
                  <a:pt x="1827977" y="5213971"/>
                  <a:pt x="1815570" y="5230544"/>
                  <a:pt x="1777083" y="5212267"/>
                </a:cubicBezTo>
                <a:cubicBezTo>
                  <a:pt x="1775439" y="5214216"/>
                  <a:pt x="1773397" y="5216035"/>
                  <a:pt x="1771025" y="5217668"/>
                </a:cubicBezTo>
                <a:cubicBezTo>
                  <a:pt x="1757251" y="5227146"/>
                  <a:pt x="1735528" y="5228402"/>
                  <a:pt x="1722509" y="5220470"/>
                </a:cubicBezTo>
                <a:cubicBezTo>
                  <a:pt x="1691779" y="5208440"/>
                  <a:pt x="1662321" y="5203305"/>
                  <a:pt x="1633941" y="5200774"/>
                </a:cubicBezTo>
                <a:lnTo>
                  <a:pt x="1586145" y="5210184"/>
                </a:lnTo>
                <a:cubicBezTo>
                  <a:pt x="1567948" y="5215416"/>
                  <a:pt x="1545900" y="5226363"/>
                  <a:pt x="1524748" y="5232173"/>
                </a:cubicBezTo>
                <a:cubicBezTo>
                  <a:pt x="1502586" y="5235395"/>
                  <a:pt x="1478013" y="5230993"/>
                  <a:pt x="1459242" y="5245044"/>
                </a:cubicBezTo>
                <a:cubicBezTo>
                  <a:pt x="1421474" y="5260197"/>
                  <a:pt x="1374524" y="5244220"/>
                  <a:pt x="1349457" y="5280705"/>
                </a:cubicBezTo>
                <a:cubicBezTo>
                  <a:pt x="1273276" y="5302389"/>
                  <a:pt x="1121512" y="5336260"/>
                  <a:pt x="1009212" y="5361227"/>
                </a:cubicBezTo>
                <a:cubicBezTo>
                  <a:pt x="939016" y="5373529"/>
                  <a:pt x="866895" y="5370149"/>
                  <a:pt x="808572" y="5377024"/>
                </a:cubicBezTo>
                <a:cubicBezTo>
                  <a:pt x="802823" y="5374184"/>
                  <a:pt x="726016" y="5397963"/>
                  <a:pt x="719549" y="5396991"/>
                </a:cubicBezTo>
                <a:lnTo>
                  <a:pt x="698795" y="5397657"/>
                </a:lnTo>
                <a:cubicBezTo>
                  <a:pt x="689833" y="5401894"/>
                  <a:pt x="683492" y="5402495"/>
                  <a:pt x="678327" y="5401487"/>
                </a:cubicBezTo>
                <a:lnTo>
                  <a:pt x="672784" y="5399085"/>
                </a:lnTo>
                <a:lnTo>
                  <a:pt x="658406" y="5400696"/>
                </a:lnTo>
                <a:lnTo>
                  <a:pt x="629185" y="5401132"/>
                </a:lnTo>
                <a:lnTo>
                  <a:pt x="624558" y="5403782"/>
                </a:lnTo>
                <a:lnTo>
                  <a:pt x="581798" y="5408438"/>
                </a:lnTo>
                <a:cubicBezTo>
                  <a:pt x="581736" y="5408865"/>
                  <a:pt x="581671" y="5409294"/>
                  <a:pt x="581608" y="5409722"/>
                </a:cubicBezTo>
                <a:cubicBezTo>
                  <a:pt x="580204" y="5412704"/>
                  <a:pt x="577331" y="5415106"/>
                  <a:pt x="571299" y="5416358"/>
                </a:cubicBezTo>
                <a:cubicBezTo>
                  <a:pt x="551623" y="5426267"/>
                  <a:pt x="484499" y="5459654"/>
                  <a:pt x="463549" y="5469173"/>
                </a:cubicBezTo>
                <a:cubicBezTo>
                  <a:pt x="453136" y="5470720"/>
                  <a:pt x="449731" y="5472678"/>
                  <a:pt x="445606" y="5473465"/>
                </a:cubicBezTo>
                <a:lnTo>
                  <a:pt x="438799" y="5473893"/>
                </a:lnTo>
                <a:cubicBezTo>
                  <a:pt x="417222" y="5482183"/>
                  <a:pt x="343312" y="5513407"/>
                  <a:pt x="316138" y="5523213"/>
                </a:cubicBezTo>
                <a:cubicBezTo>
                  <a:pt x="298481" y="5517132"/>
                  <a:pt x="286556" y="5522972"/>
                  <a:pt x="275748" y="5532726"/>
                </a:cubicBezTo>
                <a:cubicBezTo>
                  <a:pt x="238274" y="5535784"/>
                  <a:pt x="207076" y="5552679"/>
                  <a:pt x="166496" y="5563424"/>
                </a:cubicBezTo>
                <a:lnTo>
                  <a:pt x="0" y="5629888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64929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46EA74-A2BB-65BE-AEBC-5FBFB3554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EA350138-AA05-9536-1F42-6EB730B62A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2AC580B-47AD-9B98-C773-92EEA4775E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E4715B3-7847-F32D-B7A7-F016E2BC79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E1CD153-57D7-95E5-413E-599507DC39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3A98970-101A-B260-8C8F-30B641054E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447593AF-989F-9D69-9246-2335AF9ED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0A7011-D0E8-6EFB-525F-042665A08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R4 API - </a:t>
            </a:r>
            <a:r>
              <a:rPr lang="en-US" sz="4800" dirty="0" err="1"/>
              <a:t>Sopuru</a:t>
            </a:r>
            <a:endParaRPr 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A0B333-9C49-ADA5-A722-D69D4597BE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2400"/>
              <a:t>Created Our Template PROTOCOL.md and updated the file with current messages.</a:t>
            </a:r>
          </a:p>
          <a:p>
            <a:r>
              <a:rPr lang="en-US" sz="2400"/>
              <a:t>Began implementing Messages Between the SDK and unreal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E714384-EA32-7D78-3F34-3213E7EA5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4077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E642EF-0885-A630-E27F-7ECB6C414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49390AF-5576-EB48-6919-2637ADCFB4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62ADA22-958E-E4C3-758A-EA874E75E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E511FE6-A4FE-9525-5B16-9E97DAC4BD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4048BEB-CC25-21C7-B5E4-E733A2E103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53243AE-7FB3-E4A3-4767-36C715A918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D804BC9C-7EA2-947E-3E7E-A9A429F6F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906A2A-9791-8C00-B103-57A441343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R5 SDK </a:t>
            </a:r>
            <a:r>
              <a:rPr lang="en-US" sz="4800"/>
              <a:t>- Nyles</a:t>
            </a:r>
            <a:endParaRPr 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C9650-C838-B522-19E0-D4B0B9643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endParaRPr lang="en-US" sz="240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E4DF824-7BE4-F76D-A615-077ABCB6C1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18197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CB299CAB-C506-454B-90FC-406572829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8D99311-F254-40F1-8AB5-EE3E7B9B6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17585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2CCFE0-7D1B-F1DB-908A-76054C437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054" y="1070149"/>
            <a:ext cx="8959893" cy="1004836"/>
          </a:xfrm>
        </p:spPr>
        <p:txBody>
          <a:bodyPr anchor="ctr">
            <a:normAutofit/>
          </a:bodyPr>
          <a:lstStyle/>
          <a:p>
            <a:pPr algn="ctr"/>
            <a:r>
              <a:rPr lang="en-US" sz="3200">
                <a:solidFill>
                  <a:srgbClr val="595959"/>
                </a:solidFill>
              </a:rPr>
              <a:t>Retrospective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D89E3CB-00ED-4691-9F0F-F23EA3564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016" y="2444376"/>
            <a:ext cx="10824184" cy="3727824"/>
          </a:xfrm>
          <a:prstGeom prst="rect">
            <a:avLst/>
          </a:prstGeom>
          <a:solidFill>
            <a:schemeClr val="accent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63ACA-2621-6205-0C27-087DE2B150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6054" y="2768321"/>
            <a:ext cx="8959892" cy="2828543"/>
          </a:xfrm>
        </p:spPr>
        <p:txBody>
          <a:bodyPr anchor="t">
            <a:normAutofit/>
          </a:bodyPr>
          <a:lstStyle/>
          <a:p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What Worked: </a:t>
            </a:r>
          </a:p>
          <a:p>
            <a:pPr lvl="1"/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Consistent Meeting times drastically improved productivity.</a:t>
            </a:r>
          </a:p>
          <a:p>
            <a:pPr lvl="1"/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New Golden Machine runs unreal well and we can </a:t>
            </a:r>
            <a:r>
              <a:rPr lang="en-US" sz="1600" err="1">
                <a:solidFill>
                  <a:schemeClr val="tx1">
                    <a:lumMod val="65000"/>
                    <a:lumOff val="35000"/>
                  </a:schemeClr>
                </a:solidFill>
              </a:rPr>
              <a:t>setit</a:t>
            </a:r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 up with little issue.</a:t>
            </a:r>
          </a:p>
          <a:p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What Didn’t Work:</a:t>
            </a:r>
          </a:p>
          <a:p>
            <a:pPr lvl="1"/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Unreal ran poorly on many of our machines if it ran at all.</a:t>
            </a:r>
          </a:p>
          <a:p>
            <a:pPr lvl="1"/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Microsoft </a:t>
            </a:r>
            <a:r>
              <a:rPr lang="en-US" sz="1600" err="1">
                <a:solidFill>
                  <a:schemeClr val="tx1">
                    <a:lumMod val="65000"/>
                    <a:lumOff val="35000"/>
                  </a:schemeClr>
                </a:solidFill>
              </a:rPr>
              <a:t>AirSim</a:t>
            </a:r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 SDK is outdated and no longer receiving updates.</a:t>
            </a:r>
          </a:p>
          <a:p>
            <a:pPr lvl="2"/>
            <a:r>
              <a:rPr lang="en-US" sz="1200">
                <a:solidFill>
                  <a:schemeClr val="tx1">
                    <a:lumMod val="65000"/>
                    <a:lumOff val="35000"/>
                  </a:schemeClr>
                </a:solidFill>
              </a:rPr>
              <a:t>Forces us to use outdated python versions and dependencies.</a:t>
            </a:r>
          </a:p>
          <a:p>
            <a:pPr lvl="2"/>
            <a:r>
              <a:rPr lang="en-US" sz="1200">
                <a:solidFill>
                  <a:schemeClr val="tx1">
                    <a:lumMod val="65000"/>
                    <a:lumOff val="35000"/>
                  </a:schemeClr>
                </a:solidFill>
              </a:rPr>
              <a:t>Inconsistent set up </a:t>
            </a:r>
          </a:p>
          <a:p>
            <a:pPr lvl="3"/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</a:rPr>
              <a:t>Some machines are straight forward others do work no matter what.</a:t>
            </a:r>
          </a:p>
        </p:txBody>
      </p:sp>
    </p:spTree>
    <p:extLst>
      <p:ext uri="{BB962C8B-B14F-4D97-AF65-F5344CB8AC3E}">
        <p14:creationId xmlns:p14="http://schemas.microsoft.com/office/powerpoint/2010/main" val="33532212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7AF4BD-C9E6-DD9E-8AD0-9DAD0F651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Deliverables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CB9FB94D-28CA-B8AF-E99E-B55D357338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6432367"/>
              </p:ext>
            </p:extLst>
          </p:nvPr>
        </p:nvGraphicFramePr>
        <p:xfrm>
          <a:off x="805068" y="1648929"/>
          <a:ext cx="10504557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971139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B99161-CF3F-3482-840E-537563027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What we plan to change next sprint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1ADEC-A271-6C08-CE13-326274AD16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en-US" sz="2000" dirty="0"/>
              <a:t>Migrate to Project </a:t>
            </a:r>
            <a:r>
              <a:rPr lang="en-US" sz="2000" dirty="0" err="1"/>
              <a:t>AirSim</a:t>
            </a:r>
            <a:endParaRPr lang="en-US" sz="20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 dirty="0"/>
              <a:t>The Successor to Microsoft </a:t>
            </a:r>
            <a:r>
              <a:rPr lang="en-US" sz="1600" dirty="0" err="1"/>
              <a:t>Airsim</a:t>
            </a:r>
            <a:r>
              <a:rPr lang="en-US" sz="1600" dirty="0"/>
              <a:t> Managed by IAMAI.</a:t>
            </a:r>
          </a:p>
          <a:p>
            <a:pPr marL="457200" lvl="1" indent="0">
              <a:buNone/>
            </a:pPr>
            <a:r>
              <a:rPr lang="en-US" sz="1600" dirty="0"/>
              <a:t>That’s pretty much it!!</a:t>
            </a:r>
            <a:endParaRPr lang="en-US" sz="2000" dirty="0"/>
          </a:p>
          <a:p>
            <a:pPr marL="914400" lvl="2" indent="0"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048493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</TotalTime>
  <Words>243</Words>
  <Application>Microsoft Office PowerPoint</Application>
  <PresentationFormat>Widescreen</PresentationFormat>
  <Paragraphs>36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Courier New</vt:lpstr>
      <vt:lpstr>Office Theme</vt:lpstr>
      <vt:lpstr>CSDP-499 Codrone Sim</vt:lpstr>
      <vt:lpstr>R1 Interagator - Muna</vt:lpstr>
      <vt:lpstr>R2 Build - Ali</vt:lpstr>
      <vt:lpstr>R3 World - Success</vt:lpstr>
      <vt:lpstr>R4 API - Sopuru</vt:lpstr>
      <vt:lpstr>R5 SDK - Nyles</vt:lpstr>
      <vt:lpstr>Retrospective</vt:lpstr>
      <vt:lpstr>Deliverables</vt:lpstr>
      <vt:lpstr>What we plan to change next sprint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Burton, Nyles C</dc:creator>
  <cp:lastModifiedBy>Burton, Nyles C</cp:lastModifiedBy>
  <cp:revision>5</cp:revision>
  <dcterms:created xsi:type="dcterms:W3CDTF">2026-02-24T19:48:45Z</dcterms:created>
  <dcterms:modified xsi:type="dcterms:W3CDTF">2026-03-05T20:30:21Z</dcterms:modified>
</cp:coreProperties>
</file>