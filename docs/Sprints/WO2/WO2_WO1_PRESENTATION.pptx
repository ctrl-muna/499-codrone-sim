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6" r:id="rId6"/>
    <p:sldId id="267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57C90-65FD-943F-24C2-7FB0DCC460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039BFF-BCD1-F905-A2B2-16ECD1031C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6C8C2-A74B-A355-F8AB-0054D30EC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01417-437E-13F3-D061-E960CFC2E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3F5AE3-6C80-8BB9-E0F6-9D9FDD9C8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04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0AC20-39EF-0856-9352-EAE7DA38D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BE427-5D73-BE16-E119-77B0A110C5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D98CA-B93A-5ABF-5FFE-DFD3802D4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ACBBBF-5451-900F-68CE-4C31220B1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3BF716-1658-0D34-5855-747EC6AD0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5837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C9803-25C5-C183-5DC4-D3FF1BC3C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B4700A-6222-9372-F49E-73736C53B5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A91664-5E35-C6C2-D03B-370D51920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82EE93-CDDE-62EA-AEFE-0E6C487DB9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0D0ECB-074F-75D0-1FA5-1C06FD20B6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79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CD9DD-70E7-A3ED-9DAD-A94F29FB78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D631C-BE50-9A27-B8F3-94B8398371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35A54-AC5C-F41D-A906-F5572AA275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478543-8DC3-DC31-9E60-B80970F94B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9DA9A2-41B7-005D-4D8B-7FA2174D9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6E0ABB-5BB8-C701-F892-1326CBFC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8001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CB6074-D1C1-0BA5-7636-D972950C0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C7E6CD-8D74-43D0-D8C0-BC5D38D56B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BD0D59-2C65-A9B1-0C65-F6F5EFA502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805C86-F12D-7DAC-5748-11C7C647C6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218E39-E5C7-77D2-25F6-70D2989067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2293A4-FDA3-8FD0-28ED-48D93D5B4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EDBBA9F-782E-9F59-875C-1C867C12A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107F8FB-24E7-483D-ECEC-5E1142AAB2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7142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EDB4-2FBE-4C73-B9FF-7D1348E23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9AA3A0-DBE5-F00D-6EEE-08CECB664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AC90750-04B9-D507-F920-4F4956C3D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D1A00A-04F7-2319-E83B-E37634C9E6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78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C1757F2-AE24-AC30-8D7D-C6A08D70EB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80B0A75-EA36-B242-0B73-9E4CD52E3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173A32-8F62-8C03-F559-1A6374F09E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371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C46DC-6222-6D49-9C7F-5947036B2D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B881-A5B6-343E-58AB-67B3F44D97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F95E94-C75C-AC35-6FAE-113CE1F44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D7C837-08AF-FBE3-1986-446E2485F9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96B20-2BDA-67AD-4165-77833282C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CC127C-6BBF-EFCA-FE04-3F66A939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6332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D3BE3-9A33-E139-B777-D52229A82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5776054-DF72-9345-83EE-877BB100D2F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B53CA-34E1-9DE7-B9C7-91858C154B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BEA21-898A-E9CA-9314-B217FF90B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A045F1-07E6-2AAC-B2D5-74EA758E1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2F8485-D86E-7A1A-CE2E-07CB32983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524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A9E2B4-D753-1ECF-2971-BCCF9802A9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D8702D-1566-E3FA-D829-FC15D215C7B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F74E7E-90C4-B497-5DAA-9DF28D363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58504-93E4-4EED-1A8C-3F6439617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19F7F4-F71E-4411-CB19-6B37FD9F2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85088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0FF995-D29C-3076-AB14-650EE20FE8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C9C21D-A6AF-0A9D-B0CC-D800A97052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32F885-0546-EF27-C489-B0231963D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11E731-7C35-4F3A-86C7-28C15E898D8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C6A5DF-0E47-0137-5DD5-334F20C08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667BEE-76D8-D162-84C8-05E8836E5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572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6098F9-3DCB-9117-2AC3-C8DC67CB5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B2FD8-5642-F775-1BD6-F7534CECD5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31A3E-AFDC-BF10-5C94-26FFFAD34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11E731-7C35-4F3A-86C7-28C15E898D8A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5317B0-3F2D-ED41-2428-593CCE022A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B98CAA-AE9A-914A-D632-9E72F3B1FD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7E3908-AEC4-43E0-951D-54866CABDB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31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B51ED7-DEB9-0F61-16D8-354982F39D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CSDP-499 Codrone Sim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BD4CD-0A00-3EFA-E31C-3D03553E2B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9943" y="5171093"/>
            <a:ext cx="9078628" cy="860620"/>
          </a:xfrm>
        </p:spPr>
        <p:txBody>
          <a:bodyPr anchor="ctr">
            <a:normAutofit/>
          </a:bodyPr>
          <a:lstStyle/>
          <a:p>
            <a:r>
              <a:rPr lang="en-US" sz="2200">
                <a:solidFill>
                  <a:srgbClr val="FFFFFF"/>
                </a:solidFill>
              </a:rPr>
              <a:t>Week #1 and  #2 </a:t>
            </a:r>
          </a:p>
          <a:p>
            <a:r>
              <a:rPr lang="en-US" sz="2200">
                <a:solidFill>
                  <a:srgbClr val="FFFFFF"/>
                </a:solidFill>
              </a:rPr>
              <a:t>Nyles, Muna, Ali, Success, Sopuru</a:t>
            </a:r>
          </a:p>
        </p:txBody>
      </p:sp>
    </p:spTree>
    <p:extLst>
      <p:ext uri="{BB962C8B-B14F-4D97-AF65-F5344CB8AC3E}">
        <p14:creationId xmlns:p14="http://schemas.microsoft.com/office/powerpoint/2010/main" val="12379445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A7C5093-C945-D237-F7A4-9F698FF877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R1Interagator-Name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F61E2-D8DC-C52B-D9D1-F754AC55E7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726644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57F21-1796-90F8-9834-6F84716633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638F5BC7-7B3D-0A97-BF17-84F42007C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E6CE55B4-059F-06E1-1C6E-78BBC736F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ED388B9D-1324-89D8-33B9-A76CFDB4A3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38BFCC4-3C81-66BF-E49D-536F41AB96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E285D1CD-401D-9ED8-8964-300EFE6799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F70BF983-183C-5337-ACB2-71C12413AB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1418F5-BC08-67E3-C06F-A14F2FF5AC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R2 Build-Name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E242FA-B336-16FE-0D47-0A2CB9E904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B84904E-73E0-4BAD-39C4-27FC5B26D2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8474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5A6FA5-ACBA-3482-7E08-EDE0FFABC1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7DE8356E-31DC-EB91-52C9-52854EBB7B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7EA1343-D1D3-6312-6319-63E1D29471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FAB294D3-F4DD-F5CB-9F31-B46D932053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D45A204-46D8-F571-C0F4-59F25E5CB0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6A611DFA-A6F3-51DB-B19A-23F3BFFA8C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8577D5C-4F4B-C0EB-E2AA-0D5843D1CC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3F88234-A21A-892B-A96E-DA24420B1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R3 World-Name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3001DD-729E-6CD7-3359-000D332D2B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C5BF80B-D52B-FD2B-9B4B-5E3B7A2EC6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9295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46EA74-A2BB-65BE-AEBC-5FBFB3554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A350138-AA05-9536-1F42-6EB730B62A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C2AC580B-47AD-9B98-C773-92EEA4775E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9E4715B3-7847-F32D-B7A7-F016E2BC79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DE1CD153-57D7-95E5-413E-599507DC3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3A98970-101A-B260-8C8F-30B641054E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447593AF-989F-9D69-9246-2335AF9ED8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30A7011-D0E8-6EFB-525F-042665A08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R4 API -Name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A0B333-9C49-ADA5-A722-D69D4597BE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E714384-EA32-7D78-3F34-3213E7EA51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4077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E642EF-0885-A630-E27F-7ECB6C414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B49390AF-5576-EB48-6919-2637ADCFB4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D62ADA22-958E-E4C3-758A-EA874E75E8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6E511FE6-A4FE-9525-5B16-9E97DAC4BD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4048BEB-CC25-21C7-B5E4-E733A2E103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53243AE-7FB3-E4A3-4767-36C715A918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D804BC9C-7EA2-947E-3E7E-A9A429F6F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906A2A-9791-8C00-B103-57A441343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n-US" sz="4800" dirty="0"/>
              <a:t>R5 SDK-Name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EC9650-C838-B522-19E0-D4B0B96430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endParaRPr lang="en-US" sz="2400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E4DF824-7BE4-F76D-A615-077ABCB6C1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18197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CB299CAB-C506-454B-90FC-4065728297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8D99311-F254-40F1-8AB5-EE3E7B9B6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" y="685800"/>
            <a:ext cx="10820400" cy="175857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2CCFE0-7D1B-F1DB-908A-76054C437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6054" y="1070149"/>
            <a:ext cx="8959893" cy="1004836"/>
          </a:xfrm>
        </p:spPr>
        <p:txBody>
          <a:bodyPr anchor="ctr">
            <a:normAutofit/>
          </a:bodyPr>
          <a:lstStyle/>
          <a:p>
            <a:pPr algn="ctr"/>
            <a:r>
              <a:rPr lang="en-US" sz="3200">
                <a:solidFill>
                  <a:srgbClr val="595959"/>
                </a:solidFill>
              </a:rPr>
              <a:t>Retro Spective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D89E3CB-00ED-4691-9F0F-F23EA35647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016" y="2444376"/>
            <a:ext cx="10824184" cy="3727824"/>
          </a:xfrm>
          <a:prstGeom prst="rect">
            <a:avLst/>
          </a:prstGeom>
          <a:solidFill>
            <a:schemeClr val="accent2">
              <a:lumMod val="20000"/>
              <a:lumOff val="80000"/>
              <a:alpha val="5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63ACA-2621-6205-0C27-087DE2B150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6054" y="2768321"/>
            <a:ext cx="8959892" cy="2828543"/>
          </a:xfrm>
        </p:spPr>
        <p:txBody>
          <a:bodyPr anchor="t">
            <a:normAutofit/>
          </a:bodyPr>
          <a:lstStyle/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What Worked: </a:t>
            </a:r>
          </a:p>
          <a:p>
            <a:r>
              <a:rPr lang="en-US" sz="2000">
                <a:solidFill>
                  <a:schemeClr val="tx1">
                    <a:lumMod val="65000"/>
                    <a:lumOff val="35000"/>
                  </a:schemeClr>
                </a:solidFill>
              </a:rPr>
              <a:t>What didn’t:</a:t>
            </a:r>
          </a:p>
        </p:txBody>
      </p:sp>
    </p:spTree>
    <p:extLst>
      <p:ext uri="{BB962C8B-B14F-4D97-AF65-F5344CB8AC3E}">
        <p14:creationId xmlns:p14="http://schemas.microsoft.com/office/powerpoint/2010/main" val="3353221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B99161-CF3F-3482-840E-5375630276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dirty="0">
                <a:solidFill>
                  <a:srgbClr val="FFFFFF"/>
                </a:solidFill>
              </a:rPr>
              <a:t>What we plan to change next sprint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1ADEC-A271-6C08-CE13-326274AD16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048493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</TotalTime>
  <Words>44</Words>
  <Application>Microsoft Office PowerPoint</Application>
  <PresentationFormat>Widescreen</PresentationFormat>
  <Paragraphs>12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CSDP-499 Codrone Sim</vt:lpstr>
      <vt:lpstr>R1Interagator-Name</vt:lpstr>
      <vt:lpstr>R2 Build-Name</vt:lpstr>
      <vt:lpstr>R3 World-Name</vt:lpstr>
      <vt:lpstr>R4 API -Name</vt:lpstr>
      <vt:lpstr>R5 SDK-Name</vt:lpstr>
      <vt:lpstr>Retro Spective</vt:lpstr>
      <vt:lpstr>What we plan to change next sprint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Burton, Nyles C</dc:creator>
  <cp:lastModifiedBy>Burton, Nyles C</cp:lastModifiedBy>
  <cp:revision>1</cp:revision>
  <dcterms:created xsi:type="dcterms:W3CDTF">2026-02-24T19:48:45Z</dcterms:created>
  <dcterms:modified xsi:type="dcterms:W3CDTF">2026-02-24T19:56:24Z</dcterms:modified>
</cp:coreProperties>
</file>